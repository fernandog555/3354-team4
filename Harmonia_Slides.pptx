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73"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622" autoAdjust="0"/>
  </p:normalViewPr>
  <p:slideViewPr>
    <p:cSldViewPr snapToGrid="0" snapToObjects="1">
      <p:cViewPr varScale="1">
        <p:scale>
          <a:sx n="121" d="100"/>
          <a:sy n="121" d="100"/>
        </p:scale>
        <p:origin x="485" y="91"/>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ata12.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3.svg"/></Relationships>
</file>

<file path=ppt/diagrams/_rels/data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3.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9A12701-FAAB-43BB-ACE2-30B237815B3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8F630D-A22D-4811-8710-3B454D05B414}">
      <dgm:prSet/>
      <dgm:spPr/>
      <dgm:t>
        <a:bodyPr/>
        <a:lstStyle/>
        <a:p>
          <a:r>
            <a:rPr lang="en-US" b="0" i="0"/>
            <a:t>Create a collaborative music streaming platform.</a:t>
          </a:r>
          <a:endParaRPr lang="en-US"/>
        </a:p>
      </dgm:t>
    </dgm:pt>
    <dgm:pt modelId="{5FFF6148-137B-4D41-A81C-43B67785AA02}" type="parTrans" cxnId="{44555A4A-111B-4C23-B9A6-46FFCD0BC5FB}">
      <dgm:prSet/>
      <dgm:spPr/>
      <dgm:t>
        <a:bodyPr/>
        <a:lstStyle/>
        <a:p>
          <a:endParaRPr lang="en-US"/>
        </a:p>
      </dgm:t>
    </dgm:pt>
    <dgm:pt modelId="{CCEF1102-C18B-40D2-9EB7-3DAFAA2BE5C3}" type="sibTrans" cxnId="{44555A4A-111B-4C23-B9A6-46FFCD0BC5FB}">
      <dgm:prSet/>
      <dgm:spPr/>
      <dgm:t>
        <a:bodyPr/>
        <a:lstStyle/>
        <a:p>
          <a:endParaRPr lang="en-US"/>
        </a:p>
      </dgm:t>
    </dgm:pt>
    <dgm:pt modelId="{6469D0C2-792D-463C-A2EA-031DD256B5E8}">
      <dgm:prSet/>
      <dgm:spPr/>
      <dgm:t>
        <a:bodyPr/>
        <a:lstStyle/>
        <a:p>
          <a:r>
            <a:rPr lang="en-US" b="0" i="0"/>
            <a:t>Enable users to create and manage playlists together.</a:t>
          </a:r>
          <a:endParaRPr lang="en-US"/>
        </a:p>
      </dgm:t>
    </dgm:pt>
    <dgm:pt modelId="{96C37D40-30BD-463F-87D2-F16CBA1E73DC}" type="parTrans" cxnId="{5AC4AC4D-6312-4E27-8BEA-1A06DC3FFC87}">
      <dgm:prSet/>
      <dgm:spPr/>
      <dgm:t>
        <a:bodyPr/>
        <a:lstStyle/>
        <a:p>
          <a:endParaRPr lang="en-US"/>
        </a:p>
      </dgm:t>
    </dgm:pt>
    <dgm:pt modelId="{13293A63-0BBC-4708-B785-F53C17EBCE84}" type="sibTrans" cxnId="{5AC4AC4D-6312-4E27-8BEA-1A06DC3FFC87}">
      <dgm:prSet/>
      <dgm:spPr/>
      <dgm:t>
        <a:bodyPr/>
        <a:lstStyle/>
        <a:p>
          <a:endParaRPr lang="en-US"/>
        </a:p>
      </dgm:t>
    </dgm:pt>
    <dgm:pt modelId="{1666F2C1-56E2-4325-9F61-13E379EBE36E}">
      <dgm:prSet/>
      <dgm:spPr/>
      <dgm:t>
        <a:bodyPr/>
        <a:lstStyle/>
        <a:p>
          <a:r>
            <a:rPr lang="en-US" b="0" i="0"/>
            <a:t>Support social features such as following and shared discovery.</a:t>
          </a:r>
          <a:endParaRPr lang="en-US"/>
        </a:p>
      </dgm:t>
    </dgm:pt>
    <dgm:pt modelId="{6EF217D6-D10B-4B90-B81A-01863C13A6AD}" type="parTrans" cxnId="{1F94871A-DC71-4723-B0CF-2BAEA11B7741}">
      <dgm:prSet/>
      <dgm:spPr/>
      <dgm:t>
        <a:bodyPr/>
        <a:lstStyle/>
        <a:p>
          <a:endParaRPr lang="en-US"/>
        </a:p>
      </dgm:t>
    </dgm:pt>
    <dgm:pt modelId="{866F3350-7676-448F-8BFD-431A7C3E8A54}" type="sibTrans" cxnId="{1F94871A-DC71-4723-B0CF-2BAEA11B7741}">
      <dgm:prSet/>
      <dgm:spPr/>
      <dgm:t>
        <a:bodyPr/>
        <a:lstStyle/>
        <a:p>
          <a:endParaRPr lang="en-US"/>
        </a:p>
      </dgm:t>
    </dgm:pt>
    <dgm:pt modelId="{F2530EA5-1AD2-441A-9CAB-D1C948DC8C50}" type="pres">
      <dgm:prSet presAssocID="{29A12701-FAAB-43BB-ACE2-30B237815B35}" presName="root" presStyleCnt="0">
        <dgm:presLayoutVars>
          <dgm:dir/>
          <dgm:resizeHandles val="exact"/>
        </dgm:presLayoutVars>
      </dgm:prSet>
      <dgm:spPr/>
    </dgm:pt>
    <dgm:pt modelId="{00ABEA21-83D1-4240-8F16-1A043CFA8C6A}" type="pres">
      <dgm:prSet presAssocID="{DB8F630D-A22D-4811-8710-3B454D05B414}" presName="compNode" presStyleCnt="0"/>
      <dgm:spPr/>
    </dgm:pt>
    <dgm:pt modelId="{4738B2E7-4857-41BA-B625-B1E8F08D0E3B}" type="pres">
      <dgm:prSet presAssocID="{DB8F630D-A22D-4811-8710-3B454D05B414}" presName="bgRect" presStyleLbl="bgShp" presStyleIdx="0" presStyleCnt="3"/>
      <dgm:spPr/>
    </dgm:pt>
    <dgm:pt modelId="{590BF27F-CE7F-4770-B05B-8C892C80FB74}" type="pres">
      <dgm:prSet presAssocID="{DB8F630D-A22D-4811-8710-3B454D05B4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96CBDF06-7BBC-48F1-839C-71EAF6343E6E}" type="pres">
      <dgm:prSet presAssocID="{DB8F630D-A22D-4811-8710-3B454D05B414}" presName="spaceRect" presStyleCnt="0"/>
      <dgm:spPr/>
    </dgm:pt>
    <dgm:pt modelId="{AD0D998B-8E5A-41A4-A7D7-00C32AAD5CE1}" type="pres">
      <dgm:prSet presAssocID="{DB8F630D-A22D-4811-8710-3B454D05B414}" presName="parTx" presStyleLbl="revTx" presStyleIdx="0" presStyleCnt="3">
        <dgm:presLayoutVars>
          <dgm:chMax val="0"/>
          <dgm:chPref val="0"/>
        </dgm:presLayoutVars>
      </dgm:prSet>
      <dgm:spPr/>
    </dgm:pt>
    <dgm:pt modelId="{B61BC187-A8DF-454A-B8D3-77014D2F1ED3}" type="pres">
      <dgm:prSet presAssocID="{CCEF1102-C18B-40D2-9EB7-3DAFAA2BE5C3}" presName="sibTrans" presStyleCnt="0"/>
      <dgm:spPr/>
    </dgm:pt>
    <dgm:pt modelId="{52252107-3933-4DC3-B06A-B6FBAEAA9B1D}" type="pres">
      <dgm:prSet presAssocID="{6469D0C2-792D-463C-A2EA-031DD256B5E8}" presName="compNode" presStyleCnt="0"/>
      <dgm:spPr/>
    </dgm:pt>
    <dgm:pt modelId="{75F420C8-6F5E-46CD-AF34-201E123026C9}" type="pres">
      <dgm:prSet presAssocID="{6469D0C2-792D-463C-A2EA-031DD256B5E8}" presName="bgRect" presStyleLbl="bgShp" presStyleIdx="1" presStyleCnt="3"/>
      <dgm:spPr/>
    </dgm:pt>
    <dgm:pt modelId="{1C8CFBA8-0C8D-4DBD-B8CC-3E90D806E1C7}" type="pres">
      <dgm:prSet presAssocID="{6469D0C2-792D-463C-A2EA-031DD256B5E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7BD07128-D66B-497B-95A4-C2CBC90CB146}" type="pres">
      <dgm:prSet presAssocID="{6469D0C2-792D-463C-A2EA-031DD256B5E8}" presName="spaceRect" presStyleCnt="0"/>
      <dgm:spPr/>
    </dgm:pt>
    <dgm:pt modelId="{4A654187-1F0E-42D6-8051-807A9085DAB3}" type="pres">
      <dgm:prSet presAssocID="{6469D0C2-792D-463C-A2EA-031DD256B5E8}" presName="parTx" presStyleLbl="revTx" presStyleIdx="1" presStyleCnt="3">
        <dgm:presLayoutVars>
          <dgm:chMax val="0"/>
          <dgm:chPref val="0"/>
        </dgm:presLayoutVars>
      </dgm:prSet>
      <dgm:spPr/>
    </dgm:pt>
    <dgm:pt modelId="{6B276247-305F-45EF-8628-1B0BA6BEC086}" type="pres">
      <dgm:prSet presAssocID="{13293A63-0BBC-4708-B785-F53C17EBCE84}" presName="sibTrans" presStyleCnt="0"/>
      <dgm:spPr/>
    </dgm:pt>
    <dgm:pt modelId="{396F8652-CD7F-4218-B159-62C0420F6392}" type="pres">
      <dgm:prSet presAssocID="{1666F2C1-56E2-4325-9F61-13E379EBE36E}" presName="compNode" presStyleCnt="0"/>
      <dgm:spPr/>
    </dgm:pt>
    <dgm:pt modelId="{0CE398A5-8D87-450F-9CB6-35A93E8A0E3F}" type="pres">
      <dgm:prSet presAssocID="{1666F2C1-56E2-4325-9F61-13E379EBE36E}" presName="bgRect" presStyleLbl="bgShp" presStyleIdx="2" presStyleCnt="3"/>
      <dgm:spPr/>
    </dgm:pt>
    <dgm:pt modelId="{69494F54-8E1D-449B-9889-FD753AA39FD5}" type="pres">
      <dgm:prSet presAssocID="{1666F2C1-56E2-4325-9F61-13E379EBE3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8AE2B0F4-60BD-4BF1-841D-E4D8B87EB7D5}" type="pres">
      <dgm:prSet presAssocID="{1666F2C1-56E2-4325-9F61-13E379EBE36E}" presName="spaceRect" presStyleCnt="0"/>
      <dgm:spPr/>
    </dgm:pt>
    <dgm:pt modelId="{13090737-B2AE-4B82-856B-4E4555693074}" type="pres">
      <dgm:prSet presAssocID="{1666F2C1-56E2-4325-9F61-13E379EBE36E}" presName="parTx" presStyleLbl="revTx" presStyleIdx="2" presStyleCnt="3">
        <dgm:presLayoutVars>
          <dgm:chMax val="0"/>
          <dgm:chPref val="0"/>
        </dgm:presLayoutVars>
      </dgm:prSet>
      <dgm:spPr/>
    </dgm:pt>
  </dgm:ptLst>
  <dgm:cxnLst>
    <dgm:cxn modelId="{1F94871A-DC71-4723-B0CF-2BAEA11B7741}" srcId="{29A12701-FAAB-43BB-ACE2-30B237815B35}" destId="{1666F2C1-56E2-4325-9F61-13E379EBE36E}" srcOrd="2" destOrd="0" parTransId="{6EF217D6-D10B-4B90-B81A-01863C13A6AD}" sibTransId="{866F3350-7676-448F-8BFD-431A7C3E8A54}"/>
    <dgm:cxn modelId="{7671DC1F-12A1-4D8D-80DD-E15FF32D7D6A}" type="presOf" srcId="{6469D0C2-792D-463C-A2EA-031DD256B5E8}" destId="{4A654187-1F0E-42D6-8051-807A9085DAB3}" srcOrd="0" destOrd="0" presId="urn:microsoft.com/office/officeart/2018/2/layout/IconVerticalSolidList"/>
    <dgm:cxn modelId="{44555A4A-111B-4C23-B9A6-46FFCD0BC5FB}" srcId="{29A12701-FAAB-43BB-ACE2-30B237815B35}" destId="{DB8F630D-A22D-4811-8710-3B454D05B414}" srcOrd="0" destOrd="0" parTransId="{5FFF6148-137B-4D41-A81C-43B67785AA02}" sibTransId="{CCEF1102-C18B-40D2-9EB7-3DAFAA2BE5C3}"/>
    <dgm:cxn modelId="{5AC4AC4D-6312-4E27-8BEA-1A06DC3FFC87}" srcId="{29A12701-FAAB-43BB-ACE2-30B237815B35}" destId="{6469D0C2-792D-463C-A2EA-031DD256B5E8}" srcOrd="1" destOrd="0" parTransId="{96C37D40-30BD-463F-87D2-F16CBA1E73DC}" sibTransId="{13293A63-0BBC-4708-B785-F53C17EBCE84}"/>
    <dgm:cxn modelId="{B35B338F-4697-4C4E-AC6B-5A46DAC49D77}" type="presOf" srcId="{DB8F630D-A22D-4811-8710-3B454D05B414}" destId="{AD0D998B-8E5A-41A4-A7D7-00C32AAD5CE1}" srcOrd="0" destOrd="0" presId="urn:microsoft.com/office/officeart/2018/2/layout/IconVerticalSolidList"/>
    <dgm:cxn modelId="{6C8D8BC9-154B-478F-8932-B624A91CFF68}" type="presOf" srcId="{29A12701-FAAB-43BB-ACE2-30B237815B35}" destId="{F2530EA5-1AD2-441A-9CAB-D1C948DC8C50}" srcOrd="0" destOrd="0" presId="urn:microsoft.com/office/officeart/2018/2/layout/IconVerticalSolidList"/>
    <dgm:cxn modelId="{9B288FFB-7D5A-4A63-A619-DE1B34A9E1B2}" type="presOf" srcId="{1666F2C1-56E2-4325-9F61-13E379EBE36E}" destId="{13090737-B2AE-4B82-856B-4E4555693074}" srcOrd="0" destOrd="0" presId="urn:microsoft.com/office/officeart/2018/2/layout/IconVerticalSolidList"/>
    <dgm:cxn modelId="{85D30C7A-FCF3-4D19-9B52-4111B2B8BB4C}" type="presParOf" srcId="{F2530EA5-1AD2-441A-9CAB-D1C948DC8C50}" destId="{00ABEA21-83D1-4240-8F16-1A043CFA8C6A}" srcOrd="0" destOrd="0" presId="urn:microsoft.com/office/officeart/2018/2/layout/IconVerticalSolidList"/>
    <dgm:cxn modelId="{61FA3835-82D8-4A4A-9C50-B2DE1A66796B}" type="presParOf" srcId="{00ABEA21-83D1-4240-8F16-1A043CFA8C6A}" destId="{4738B2E7-4857-41BA-B625-B1E8F08D0E3B}" srcOrd="0" destOrd="0" presId="urn:microsoft.com/office/officeart/2018/2/layout/IconVerticalSolidList"/>
    <dgm:cxn modelId="{E0649360-9E11-4933-B288-9FB5B509D7D1}" type="presParOf" srcId="{00ABEA21-83D1-4240-8F16-1A043CFA8C6A}" destId="{590BF27F-CE7F-4770-B05B-8C892C80FB74}" srcOrd="1" destOrd="0" presId="urn:microsoft.com/office/officeart/2018/2/layout/IconVerticalSolidList"/>
    <dgm:cxn modelId="{08319CC2-5A6E-4543-93D3-B37E0314C76C}" type="presParOf" srcId="{00ABEA21-83D1-4240-8F16-1A043CFA8C6A}" destId="{96CBDF06-7BBC-48F1-839C-71EAF6343E6E}" srcOrd="2" destOrd="0" presId="urn:microsoft.com/office/officeart/2018/2/layout/IconVerticalSolidList"/>
    <dgm:cxn modelId="{4627C9C1-A588-47C4-A01C-586B7F31A6C1}" type="presParOf" srcId="{00ABEA21-83D1-4240-8F16-1A043CFA8C6A}" destId="{AD0D998B-8E5A-41A4-A7D7-00C32AAD5CE1}" srcOrd="3" destOrd="0" presId="urn:microsoft.com/office/officeart/2018/2/layout/IconVerticalSolidList"/>
    <dgm:cxn modelId="{20374D7B-380C-4DAC-97FD-E453E7FADE10}" type="presParOf" srcId="{F2530EA5-1AD2-441A-9CAB-D1C948DC8C50}" destId="{B61BC187-A8DF-454A-B8D3-77014D2F1ED3}" srcOrd="1" destOrd="0" presId="urn:microsoft.com/office/officeart/2018/2/layout/IconVerticalSolidList"/>
    <dgm:cxn modelId="{084CAEE5-EB57-400C-B746-691E5B484BF4}" type="presParOf" srcId="{F2530EA5-1AD2-441A-9CAB-D1C948DC8C50}" destId="{52252107-3933-4DC3-B06A-B6FBAEAA9B1D}" srcOrd="2" destOrd="0" presId="urn:microsoft.com/office/officeart/2018/2/layout/IconVerticalSolidList"/>
    <dgm:cxn modelId="{5F358847-8D3B-47EA-9B56-3DAB818F3DF5}" type="presParOf" srcId="{52252107-3933-4DC3-B06A-B6FBAEAA9B1D}" destId="{75F420C8-6F5E-46CD-AF34-201E123026C9}" srcOrd="0" destOrd="0" presId="urn:microsoft.com/office/officeart/2018/2/layout/IconVerticalSolidList"/>
    <dgm:cxn modelId="{35049AC9-E723-458F-B05F-A83350B43D7F}" type="presParOf" srcId="{52252107-3933-4DC3-B06A-B6FBAEAA9B1D}" destId="{1C8CFBA8-0C8D-4DBD-B8CC-3E90D806E1C7}" srcOrd="1" destOrd="0" presId="urn:microsoft.com/office/officeart/2018/2/layout/IconVerticalSolidList"/>
    <dgm:cxn modelId="{3323D530-DF8A-42B6-B974-20C34F8F4D2F}" type="presParOf" srcId="{52252107-3933-4DC3-B06A-B6FBAEAA9B1D}" destId="{7BD07128-D66B-497B-95A4-C2CBC90CB146}" srcOrd="2" destOrd="0" presId="urn:microsoft.com/office/officeart/2018/2/layout/IconVerticalSolidList"/>
    <dgm:cxn modelId="{3090EEF2-D889-4AA4-9CE2-8CBA567A8A96}" type="presParOf" srcId="{52252107-3933-4DC3-B06A-B6FBAEAA9B1D}" destId="{4A654187-1F0E-42D6-8051-807A9085DAB3}" srcOrd="3" destOrd="0" presId="urn:microsoft.com/office/officeart/2018/2/layout/IconVerticalSolidList"/>
    <dgm:cxn modelId="{51C009E1-E2B9-4034-B69F-E1FA445CD83F}" type="presParOf" srcId="{F2530EA5-1AD2-441A-9CAB-D1C948DC8C50}" destId="{6B276247-305F-45EF-8628-1B0BA6BEC086}" srcOrd="3" destOrd="0" presId="urn:microsoft.com/office/officeart/2018/2/layout/IconVerticalSolidList"/>
    <dgm:cxn modelId="{1BE4608C-B570-4F04-90BE-BC4F4DCF96F3}" type="presParOf" srcId="{F2530EA5-1AD2-441A-9CAB-D1C948DC8C50}" destId="{396F8652-CD7F-4218-B159-62C0420F6392}" srcOrd="4" destOrd="0" presId="urn:microsoft.com/office/officeart/2018/2/layout/IconVerticalSolidList"/>
    <dgm:cxn modelId="{02DE504C-D58E-481E-B32F-F9534A55A422}" type="presParOf" srcId="{396F8652-CD7F-4218-B159-62C0420F6392}" destId="{0CE398A5-8D87-450F-9CB6-35A93E8A0E3F}" srcOrd="0" destOrd="0" presId="urn:microsoft.com/office/officeart/2018/2/layout/IconVerticalSolidList"/>
    <dgm:cxn modelId="{ABFB02B2-5CA5-4FD7-8A37-905A75CD6CCD}" type="presParOf" srcId="{396F8652-CD7F-4218-B159-62C0420F6392}" destId="{69494F54-8E1D-449B-9889-FD753AA39FD5}" srcOrd="1" destOrd="0" presId="urn:microsoft.com/office/officeart/2018/2/layout/IconVerticalSolidList"/>
    <dgm:cxn modelId="{22800386-B2EE-4217-B4F1-8FA43D90912B}" type="presParOf" srcId="{396F8652-CD7F-4218-B159-62C0420F6392}" destId="{8AE2B0F4-60BD-4BF1-841D-E4D8B87EB7D5}" srcOrd="2" destOrd="0" presId="urn:microsoft.com/office/officeart/2018/2/layout/IconVerticalSolidList"/>
    <dgm:cxn modelId="{DB779AFF-8AC1-4677-A50D-48CFB3B4CCEF}" type="presParOf" srcId="{396F8652-CD7F-4218-B159-62C0420F6392}" destId="{13090737-B2AE-4B82-856B-4E455569307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8F4FA-5E90-43A2-A843-1DA74E9B77A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4B26C0A-4215-45B6-9752-DF715957622D}">
      <dgm:prSet/>
      <dgm:spPr/>
      <dgm:t>
        <a:bodyPr/>
        <a:lstStyle/>
        <a:p>
          <a:pPr>
            <a:defRPr cap="all"/>
          </a:pPr>
          <a:r>
            <a:rPr lang="en-US" b="0" i="0"/>
            <a:t>Ensure scalable and reliable backend performance.</a:t>
          </a:r>
          <a:endParaRPr lang="en-US"/>
        </a:p>
      </dgm:t>
    </dgm:pt>
    <dgm:pt modelId="{2B052727-9DD6-4089-AFE7-5014EDBFCC09}" type="parTrans" cxnId="{57C4A3EA-435D-413F-A772-A45C22BFB76A}">
      <dgm:prSet/>
      <dgm:spPr/>
      <dgm:t>
        <a:bodyPr/>
        <a:lstStyle/>
        <a:p>
          <a:endParaRPr lang="en-US"/>
        </a:p>
      </dgm:t>
    </dgm:pt>
    <dgm:pt modelId="{087EE104-9C2B-4E4B-A39A-494D97AD6B73}" type="sibTrans" cxnId="{57C4A3EA-435D-413F-A772-A45C22BFB76A}">
      <dgm:prSet/>
      <dgm:spPr/>
      <dgm:t>
        <a:bodyPr/>
        <a:lstStyle/>
        <a:p>
          <a:endParaRPr lang="en-US"/>
        </a:p>
      </dgm:t>
    </dgm:pt>
    <dgm:pt modelId="{C00A64AD-0525-42CD-87A1-FDE33CE4AB3D}">
      <dgm:prSet/>
      <dgm:spPr/>
      <dgm:t>
        <a:bodyPr/>
        <a:lstStyle/>
        <a:p>
          <a:pPr>
            <a:defRPr cap="all"/>
          </a:pPr>
          <a:r>
            <a:rPr lang="en-US" b="0" i="0"/>
            <a:t>Provide secure authentication and data privacy.</a:t>
          </a:r>
          <a:endParaRPr lang="en-US"/>
        </a:p>
      </dgm:t>
    </dgm:pt>
    <dgm:pt modelId="{A902A3CE-B21E-4F8A-80A0-1F15BE491CB6}" type="parTrans" cxnId="{34CA16AB-C931-4B88-80C6-5B4C86CB9837}">
      <dgm:prSet/>
      <dgm:spPr/>
      <dgm:t>
        <a:bodyPr/>
        <a:lstStyle/>
        <a:p>
          <a:endParaRPr lang="en-US"/>
        </a:p>
      </dgm:t>
    </dgm:pt>
    <dgm:pt modelId="{F98B62E2-94D7-4394-8F98-D4B02A88C821}" type="sibTrans" cxnId="{34CA16AB-C931-4B88-80C6-5B4C86CB9837}">
      <dgm:prSet/>
      <dgm:spPr/>
      <dgm:t>
        <a:bodyPr/>
        <a:lstStyle/>
        <a:p>
          <a:endParaRPr lang="en-US"/>
        </a:p>
      </dgm:t>
    </dgm:pt>
    <dgm:pt modelId="{8154ED41-7E28-47BE-BA7E-DA4413BBB56D}">
      <dgm:prSet/>
      <dgm:spPr/>
      <dgm:t>
        <a:bodyPr/>
        <a:lstStyle/>
        <a:p>
          <a:pPr>
            <a:defRPr cap="all"/>
          </a:pPr>
          <a:r>
            <a:rPr lang="en-US" b="0" i="0"/>
            <a:t>Deliver an intuitive user interface for seamless collaboration.</a:t>
          </a:r>
          <a:endParaRPr lang="en-US"/>
        </a:p>
      </dgm:t>
    </dgm:pt>
    <dgm:pt modelId="{BF646869-8196-4413-8FD1-E20EB61B8D83}" type="parTrans" cxnId="{87F8EEA7-6714-4CCC-9117-39D417A7E676}">
      <dgm:prSet/>
      <dgm:spPr/>
      <dgm:t>
        <a:bodyPr/>
        <a:lstStyle/>
        <a:p>
          <a:endParaRPr lang="en-US"/>
        </a:p>
      </dgm:t>
    </dgm:pt>
    <dgm:pt modelId="{1B1FB421-5B62-4A79-B93E-7435D91FB447}" type="sibTrans" cxnId="{87F8EEA7-6714-4CCC-9117-39D417A7E676}">
      <dgm:prSet/>
      <dgm:spPr/>
      <dgm:t>
        <a:bodyPr/>
        <a:lstStyle/>
        <a:p>
          <a:endParaRPr lang="en-US"/>
        </a:p>
      </dgm:t>
    </dgm:pt>
    <dgm:pt modelId="{A50A5CB7-486C-4492-A477-DA88C353E193}" type="pres">
      <dgm:prSet presAssocID="{AE88F4FA-5E90-43A2-A843-1DA74E9B77A9}" presName="root" presStyleCnt="0">
        <dgm:presLayoutVars>
          <dgm:dir/>
          <dgm:resizeHandles val="exact"/>
        </dgm:presLayoutVars>
      </dgm:prSet>
      <dgm:spPr/>
    </dgm:pt>
    <dgm:pt modelId="{4F937E92-6470-4793-B71C-BC941C1886FC}" type="pres">
      <dgm:prSet presAssocID="{84B26C0A-4215-45B6-9752-DF715957622D}" presName="compNode" presStyleCnt="0"/>
      <dgm:spPr/>
    </dgm:pt>
    <dgm:pt modelId="{1842F30C-50A5-44EF-BDD9-A10B7B809F9A}" type="pres">
      <dgm:prSet presAssocID="{84B26C0A-4215-45B6-9752-DF715957622D}" presName="iconBgRect" presStyleLbl="bgShp" presStyleIdx="0" presStyleCnt="3"/>
      <dgm:spPr/>
    </dgm:pt>
    <dgm:pt modelId="{71DF7755-A333-47D9-AF1F-DAC57541D733}" type="pres">
      <dgm:prSet presAssocID="{84B26C0A-4215-45B6-9752-DF715957622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772375B-1FB3-48F0-8074-915E699F88BA}" type="pres">
      <dgm:prSet presAssocID="{84B26C0A-4215-45B6-9752-DF715957622D}" presName="spaceRect" presStyleCnt="0"/>
      <dgm:spPr/>
    </dgm:pt>
    <dgm:pt modelId="{21CA2225-AC52-47A6-823D-87748A9710B0}" type="pres">
      <dgm:prSet presAssocID="{84B26C0A-4215-45B6-9752-DF715957622D}" presName="textRect" presStyleLbl="revTx" presStyleIdx="0" presStyleCnt="3">
        <dgm:presLayoutVars>
          <dgm:chMax val="1"/>
          <dgm:chPref val="1"/>
        </dgm:presLayoutVars>
      </dgm:prSet>
      <dgm:spPr/>
    </dgm:pt>
    <dgm:pt modelId="{EE075ADD-47B7-4071-8567-68DEE8EB0D38}" type="pres">
      <dgm:prSet presAssocID="{087EE104-9C2B-4E4B-A39A-494D97AD6B73}" presName="sibTrans" presStyleCnt="0"/>
      <dgm:spPr/>
    </dgm:pt>
    <dgm:pt modelId="{68358B15-C7A7-4F52-8D1E-977AB7733287}" type="pres">
      <dgm:prSet presAssocID="{C00A64AD-0525-42CD-87A1-FDE33CE4AB3D}" presName="compNode" presStyleCnt="0"/>
      <dgm:spPr/>
    </dgm:pt>
    <dgm:pt modelId="{377ECEF3-42E2-47B6-953D-133C8F7AE7AB}" type="pres">
      <dgm:prSet presAssocID="{C00A64AD-0525-42CD-87A1-FDE33CE4AB3D}" presName="iconBgRect" presStyleLbl="bgShp" presStyleIdx="1" presStyleCnt="3"/>
      <dgm:spPr/>
    </dgm:pt>
    <dgm:pt modelId="{51BFECB4-6B2A-4FBD-BB41-EADE4802C040}" type="pres">
      <dgm:prSet presAssocID="{C00A64AD-0525-42CD-87A1-FDE33CE4AB3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15292C51-B6A1-4D2C-96CE-F3EE519FE669}" type="pres">
      <dgm:prSet presAssocID="{C00A64AD-0525-42CD-87A1-FDE33CE4AB3D}" presName="spaceRect" presStyleCnt="0"/>
      <dgm:spPr/>
    </dgm:pt>
    <dgm:pt modelId="{70E35A57-F33F-441D-BAB5-9162482CD9FB}" type="pres">
      <dgm:prSet presAssocID="{C00A64AD-0525-42CD-87A1-FDE33CE4AB3D}" presName="textRect" presStyleLbl="revTx" presStyleIdx="1" presStyleCnt="3">
        <dgm:presLayoutVars>
          <dgm:chMax val="1"/>
          <dgm:chPref val="1"/>
        </dgm:presLayoutVars>
      </dgm:prSet>
      <dgm:spPr/>
    </dgm:pt>
    <dgm:pt modelId="{A4EEB7BD-C2D4-4CC1-9A9B-6D0E15945EE0}" type="pres">
      <dgm:prSet presAssocID="{F98B62E2-94D7-4394-8F98-D4B02A88C821}" presName="sibTrans" presStyleCnt="0"/>
      <dgm:spPr/>
    </dgm:pt>
    <dgm:pt modelId="{C01F0073-432C-40FA-AA77-720A9BBB517D}" type="pres">
      <dgm:prSet presAssocID="{8154ED41-7E28-47BE-BA7E-DA4413BBB56D}" presName="compNode" presStyleCnt="0"/>
      <dgm:spPr/>
    </dgm:pt>
    <dgm:pt modelId="{CE7816BF-1B8A-4FA2-89F1-34D5E624C025}" type="pres">
      <dgm:prSet presAssocID="{8154ED41-7E28-47BE-BA7E-DA4413BBB56D}" presName="iconBgRect" presStyleLbl="bgShp" presStyleIdx="2" presStyleCnt="3"/>
      <dgm:spPr/>
    </dgm:pt>
    <dgm:pt modelId="{FF94813A-2C13-4F10-927C-0A6DCC7E09E8}" type="pres">
      <dgm:prSet presAssocID="{8154ED41-7E28-47BE-BA7E-DA4413BBB56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1D2052F6-6744-4852-AF8E-582B7B395313}" type="pres">
      <dgm:prSet presAssocID="{8154ED41-7E28-47BE-BA7E-DA4413BBB56D}" presName="spaceRect" presStyleCnt="0"/>
      <dgm:spPr/>
    </dgm:pt>
    <dgm:pt modelId="{20D23790-43C6-4644-AAD5-3B79B2EF801F}" type="pres">
      <dgm:prSet presAssocID="{8154ED41-7E28-47BE-BA7E-DA4413BBB56D}" presName="textRect" presStyleLbl="revTx" presStyleIdx="2" presStyleCnt="3">
        <dgm:presLayoutVars>
          <dgm:chMax val="1"/>
          <dgm:chPref val="1"/>
        </dgm:presLayoutVars>
      </dgm:prSet>
      <dgm:spPr/>
    </dgm:pt>
  </dgm:ptLst>
  <dgm:cxnLst>
    <dgm:cxn modelId="{06632613-2915-4432-9A8C-77F0FB8AAEE1}" type="presOf" srcId="{AE88F4FA-5E90-43A2-A843-1DA74E9B77A9}" destId="{A50A5CB7-486C-4492-A477-DA88C353E193}" srcOrd="0" destOrd="0" presId="urn:microsoft.com/office/officeart/2018/5/layout/IconCircleLabelList"/>
    <dgm:cxn modelId="{C1CD1031-59EA-4009-9080-2ADAFC3F8D6F}" type="presOf" srcId="{C00A64AD-0525-42CD-87A1-FDE33CE4AB3D}" destId="{70E35A57-F33F-441D-BAB5-9162482CD9FB}" srcOrd="0" destOrd="0" presId="urn:microsoft.com/office/officeart/2018/5/layout/IconCircleLabelList"/>
    <dgm:cxn modelId="{39606F6C-9215-44DF-810A-0EBD3AC71C1B}" type="presOf" srcId="{84B26C0A-4215-45B6-9752-DF715957622D}" destId="{21CA2225-AC52-47A6-823D-87748A9710B0}" srcOrd="0" destOrd="0" presId="urn:microsoft.com/office/officeart/2018/5/layout/IconCircleLabelList"/>
    <dgm:cxn modelId="{87F8EEA7-6714-4CCC-9117-39D417A7E676}" srcId="{AE88F4FA-5E90-43A2-A843-1DA74E9B77A9}" destId="{8154ED41-7E28-47BE-BA7E-DA4413BBB56D}" srcOrd="2" destOrd="0" parTransId="{BF646869-8196-4413-8FD1-E20EB61B8D83}" sibTransId="{1B1FB421-5B62-4A79-B93E-7435D91FB447}"/>
    <dgm:cxn modelId="{34CA16AB-C931-4B88-80C6-5B4C86CB9837}" srcId="{AE88F4FA-5E90-43A2-A843-1DA74E9B77A9}" destId="{C00A64AD-0525-42CD-87A1-FDE33CE4AB3D}" srcOrd="1" destOrd="0" parTransId="{A902A3CE-B21E-4F8A-80A0-1F15BE491CB6}" sibTransId="{F98B62E2-94D7-4394-8F98-D4B02A88C821}"/>
    <dgm:cxn modelId="{DE0C53DC-8400-4899-9A9B-FF308D840A5E}" type="presOf" srcId="{8154ED41-7E28-47BE-BA7E-DA4413BBB56D}" destId="{20D23790-43C6-4644-AAD5-3B79B2EF801F}" srcOrd="0" destOrd="0" presId="urn:microsoft.com/office/officeart/2018/5/layout/IconCircleLabelList"/>
    <dgm:cxn modelId="{57C4A3EA-435D-413F-A772-A45C22BFB76A}" srcId="{AE88F4FA-5E90-43A2-A843-1DA74E9B77A9}" destId="{84B26C0A-4215-45B6-9752-DF715957622D}" srcOrd="0" destOrd="0" parTransId="{2B052727-9DD6-4089-AFE7-5014EDBFCC09}" sibTransId="{087EE104-9C2B-4E4B-A39A-494D97AD6B73}"/>
    <dgm:cxn modelId="{6E040A0D-35B7-4403-AB85-00C939F33054}" type="presParOf" srcId="{A50A5CB7-486C-4492-A477-DA88C353E193}" destId="{4F937E92-6470-4793-B71C-BC941C1886FC}" srcOrd="0" destOrd="0" presId="urn:microsoft.com/office/officeart/2018/5/layout/IconCircleLabelList"/>
    <dgm:cxn modelId="{4ABD3854-44FB-4297-95B7-6E1C491BBCE3}" type="presParOf" srcId="{4F937E92-6470-4793-B71C-BC941C1886FC}" destId="{1842F30C-50A5-44EF-BDD9-A10B7B809F9A}" srcOrd="0" destOrd="0" presId="urn:microsoft.com/office/officeart/2018/5/layout/IconCircleLabelList"/>
    <dgm:cxn modelId="{44754FF6-1442-4B3A-A0DC-520AB8FCCFD2}" type="presParOf" srcId="{4F937E92-6470-4793-B71C-BC941C1886FC}" destId="{71DF7755-A333-47D9-AF1F-DAC57541D733}" srcOrd="1" destOrd="0" presId="urn:microsoft.com/office/officeart/2018/5/layout/IconCircleLabelList"/>
    <dgm:cxn modelId="{C0D17033-399A-4000-A0F5-CDF0DF5443E0}" type="presParOf" srcId="{4F937E92-6470-4793-B71C-BC941C1886FC}" destId="{C772375B-1FB3-48F0-8074-915E699F88BA}" srcOrd="2" destOrd="0" presId="urn:microsoft.com/office/officeart/2018/5/layout/IconCircleLabelList"/>
    <dgm:cxn modelId="{74ABBC67-8351-4B36-A4B9-401091259192}" type="presParOf" srcId="{4F937E92-6470-4793-B71C-BC941C1886FC}" destId="{21CA2225-AC52-47A6-823D-87748A9710B0}" srcOrd="3" destOrd="0" presId="urn:microsoft.com/office/officeart/2018/5/layout/IconCircleLabelList"/>
    <dgm:cxn modelId="{251FDEB8-9876-4329-9E1E-5AD4AE456B43}" type="presParOf" srcId="{A50A5CB7-486C-4492-A477-DA88C353E193}" destId="{EE075ADD-47B7-4071-8567-68DEE8EB0D38}" srcOrd="1" destOrd="0" presId="urn:microsoft.com/office/officeart/2018/5/layout/IconCircleLabelList"/>
    <dgm:cxn modelId="{FF31902E-1C5C-42D0-9075-505903707531}" type="presParOf" srcId="{A50A5CB7-486C-4492-A477-DA88C353E193}" destId="{68358B15-C7A7-4F52-8D1E-977AB7733287}" srcOrd="2" destOrd="0" presId="urn:microsoft.com/office/officeart/2018/5/layout/IconCircleLabelList"/>
    <dgm:cxn modelId="{FD1E05E6-C1A3-4785-94C9-A2D664C881F6}" type="presParOf" srcId="{68358B15-C7A7-4F52-8D1E-977AB7733287}" destId="{377ECEF3-42E2-47B6-953D-133C8F7AE7AB}" srcOrd="0" destOrd="0" presId="urn:microsoft.com/office/officeart/2018/5/layout/IconCircleLabelList"/>
    <dgm:cxn modelId="{CFCDC39F-7E55-4D35-A951-6AC928DEF5EE}" type="presParOf" srcId="{68358B15-C7A7-4F52-8D1E-977AB7733287}" destId="{51BFECB4-6B2A-4FBD-BB41-EADE4802C040}" srcOrd="1" destOrd="0" presId="urn:microsoft.com/office/officeart/2018/5/layout/IconCircleLabelList"/>
    <dgm:cxn modelId="{EE70756B-E447-409A-9BE1-D908F7AD47F1}" type="presParOf" srcId="{68358B15-C7A7-4F52-8D1E-977AB7733287}" destId="{15292C51-B6A1-4D2C-96CE-F3EE519FE669}" srcOrd="2" destOrd="0" presId="urn:microsoft.com/office/officeart/2018/5/layout/IconCircleLabelList"/>
    <dgm:cxn modelId="{50C03AC8-317F-4246-844E-26F3E29BE1B2}" type="presParOf" srcId="{68358B15-C7A7-4F52-8D1E-977AB7733287}" destId="{70E35A57-F33F-441D-BAB5-9162482CD9FB}" srcOrd="3" destOrd="0" presId="urn:microsoft.com/office/officeart/2018/5/layout/IconCircleLabelList"/>
    <dgm:cxn modelId="{B983AE38-FF18-42A0-9B2F-72F10B35243E}" type="presParOf" srcId="{A50A5CB7-486C-4492-A477-DA88C353E193}" destId="{A4EEB7BD-C2D4-4CC1-9A9B-6D0E15945EE0}" srcOrd="3" destOrd="0" presId="urn:microsoft.com/office/officeart/2018/5/layout/IconCircleLabelList"/>
    <dgm:cxn modelId="{5FDA315E-C911-4A7D-932D-89928306531A}" type="presParOf" srcId="{A50A5CB7-486C-4492-A477-DA88C353E193}" destId="{C01F0073-432C-40FA-AA77-720A9BBB517D}" srcOrd="4" destOrd="0" presId="urn:microsoft.com/office/officeart/2018/5/layout/IconCircleLabelList"/>
    <dgm:cxn modelId="{C92282B0-A1A3-4383-893A-F4BC1F43C843}" type="presParOf" srcId="{C01F0073-432C-40FA-AA77-720A9BBB517D}" destId="{CE7816BF-1B8A-4FA2-89F1-34D5E624C025}" srcOrd="0" destOrd="0" presId="urn:microsoft.com/office/officeart/2018/5/layout/IconCircleLabelList"/>
    <dgm:cxn modelId="{4B012B24-2386-4F6D-BC33-80670D7A6237}" type="presParOf" srcId="{C01F0073-432C-40FA-AA77-720A9BBB517D}" destId="{FF94813A-2C13-4F10-927C-0A6DCC7E09E8}" srcOrd="1" destOrd="0" presId="urn:microsoft.com/office/officeart/2018/5/layout/IconCircleLabelList"/>
    <dgm:cxn modelId="{151B11EE-4B0B-4A1A-A815-908DA520BBD7}" type="presParOf" srcId="{C01F0073-432C-40FA-AA77-720A9BBB517D}" destId="{1D2052F6-6744-4852-AF8E-582B7B395313}" srcOrd="2" destOrd="0" presId="urn:microsoft.com/office/officeart/2018/5/layout/IconCircleLabelList"/>
    <dgm:cxn modelId="{C8DE36AD-DFD9-4D40-9F32-B0E4C6F98D47}" type="presParOf" srcId="{C01F0073-432C-40FA-AA77-720A9BBB517D}" destId="{20D23790-43C6-4644-AAD5-3B79B2EF801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423F5D-E972-46F8-802A-F20E40B72C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84F1D11-FE5A-4B4A-9BB2-98B2A107E73C}">
      <dgm:prSet/>
      <dgm:spPr/>
      <dgm:t>
        <a:bodyPr/>
        <a:lstStyle/>
        <a:p>
          <a:pPr>
            <a:lnSpc>
              <a:spcPct val="100000"/>
            </a:lnSpc>
          </a:pPr>
          <a:r>
            <a:rPr lang="en-US" b="0" i="0"/>
            <a:t>Using the Function Point (FP) model.</a:t>
          </a:r>
          <a:endParaRPr lang="en-US"/>
        </a:p>
      </dgm:t>
    </dgm:pt>
    <dgm:pt modelId="{0D66C663-8C2D-44CC-B5B2-7E3789D1B2ED}" type="parTrans" cxnId="{DC1813B4-80BE-4837-BFD8-8A969635E262}">
      <dgm:prSet/>
      <dgm:spPr/>
      <dgm:t>
        <a:bodyPr/>
        <a:lstStyle/>
        <a:p>
          <a:endParaRPr lang="en-US"/>
        </a:p>
      </dgm:t>
    </dgm:pt>
    <dgm:pt modelId="{3D725F9D-BB80-4DC8-A43D-C72EAE3363D2}" type="sibTrans" cxnId="{DC1813B4-80BE-4837-BFD8-8A969635E262}">
      <dgm:prSet/>
      <dgm:spPr/>
      <dgm:t>
        <a:bodyPr/>
        <a:lstStyle/>
        <a:p>
          <a:endParaRPr lang="en-US"/>
        </a:p>
      </dgm:t>
    </dgm:pt>
    <dgm:pt modelId="{033284AC-B607-4864-850C-63A364EB7630}">
      <dgm:prSet/>
      <dgm:spPr/>
      <dgm:t>
        <a:bodyPr/>
        <a:lstStyle/>
        <a:p>
          <a:pPr>
            <a:lnSpc>
              <a:spcPct val="100000"/>
            </a:lnSpc>
          </a:pPr>
          <a:r>
            <a:rPr lang="en-US" b="0" i="0"/>
            <a:t>Includes inputs, outputs, queries, data files, and external interfaces.</a:t>
          </a:r>
          <a:endParaRPr lang="en-US"/>
        </a:p>
      </dgm:t>
    </dgm:pt>
    <dgm:pt modelId="{6B328B86-CAB5-447C-A450-B1CFE46324AB}" type="parTrans" cxnId="{2528B072-5D14-47B8-8B7A-B2899CE6B2D6}">
      <dgm:prSet/>
      <dgm:spPr/>
      <dgm:t>
        <a:bodyPr/>
        <a:lstStyle/>
        <a:p>
          <a:endParaRPr lang="en-US"/>
        </a:p>
      </dgm:t>
    </dgm:pt>
    <dgm:pt modelId="{6349C6CC-5E63-42C4-9404-F7C6A26CAB6B}" type="sibTrans" cxnId="{2528B072-5D14-47B8-8B7A-B2899CE6B2D6}">
      <dgm:prSet/>
      <dgm:spPr/>
      <dgm:t>
        <a:bodyPr/>
        <a:lstStyle/>
        <a:p>
          <a:endParaRPr lang="en-US"/>
        </a:p>
      </dgm:t>
    </dgm:pt>
    <dgm:pt modelId="{DE3F79C4-8CA4-4636-9B60-AF2FB90A798E}" type="pres">
      <dgm:prSet presAssocID="{D7423F5D-E972-46F8-802A-F20E40B72C5C}" presName="root" presStyleCnt="0">
        <dgm:presLayoutVars>
          <dgm:dir/>
          <dgm:resizeHandles val="exact"/>
        </dgm:presLayoutVars>
      </dgm:prSet>
      <dgm:spPr/>
    </dgm:pt>
    <dgm:pt modelId="{6C7C5355-DE9C-45A2-894A-692E1FF7ADA6}" type="pres">
      <dgm:prSet presAssocID="{384F1D11-FE5A-4B4A-9BB2-98B2A107E73C}" presName="compNode" presStyleCnt="0"/>
      <dgm:spPr/>
    </dgm:pt>
    <dgm:pt modelId="{39F8C701-75B7-4DDB-9AA5-692B3667CDDB}" type="pres">
      <dgm:prSet presAssocID="{384F1D11-FE5A-4B4A-9BB2-98B2A107E73C}" presName="bgRect" presStyleLbl="bgShp" presStyleIdx="0" presStyleCnt="2"/>
      <dgm:spPr/>
    </dgm:pt>
    <dgm:pt modelId="{E018662E-AB81-43AB-9BDE-70ACBB1C0886}" type="pres">
      <dgm:prSet presAssocID="{384F1D11-FE5A-4B4A-9BB2-98B2A107E73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26E7C90B-BB2C-4202-A973-0A9A0DA17BEA}" type="pres">
      <dgm:prSet presAssocID="{384F1D11-FE5A-4B4A-9BB2-98B2A107E73C}" presName="spaceRect" presStyleCnt="0"/>
      <dgm:spPr/>
    </dgm:pt>
    <dgm:pt modelId="{2C83A627-811F-4E06-91E2-93EE3CFE4FF3}" type="pres">
      <dgm:prSet presAssocID="{384F1D11-FE5A-4B4A-9BB2-98B2A107E73C}" presName="parTx" presStyleLbl="revTx" presStyleIdx="0" presStyleCnt="2">
        <dgm:presLayoutVars>
          <dgm:chMax val="0"/>
          <dgm:chPref val="0"/>
        </dgm:presLayoutVars>
      </dgm:prSet>
      <dgm:spPr/>
    </dgm:pt>
    <dgm:pt modelId="{966F26CB-4B03-4E7B-8681-A1A7C484632E}" type="pres">
      <dgm:prSet presAssocID="{3D725F9D-BB80-4DC8-A43D-C72EAE3363D2}" presName="sibTrans" presStyleCnt="0"/>
      <dgm:spPr/>
    </dgm:pt>
    <dgm:pt modelId="{EB942D44-8D2B-4B8B-8A2A-AC3D55D4A0C3}" type="pres">
      <dgm:prSet presAssocID="{033284AC-B607-4864-850C-63A364EB7630}" presName="compNode" presStyleCnt="0"/>
      <dgm:spPr/>
    </dgm:pt>
    <dgm:pt modelId="{8E2AAE45-0C2B-4D87-893D-CDB868245D6C}" type="pres">
      <dgm:prSet presAssocID="{033284AC-B607-4864-850C-63A364EB7630}" presName="bgRect" presStyleLbl="bgShp" presStyleIdx="1" presStyleCnt="2"/>
      <dgm:spPr/>
    </dgm:pt>
    <dgm:pt modelId="{52E87923-5E65-4289-AD19-79C3D96E8314}" type="pres">
      <dgm:prSet presAssocID="{033284AC-B607-4864-850C-63A364EB763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ierarchy"/>
        </a:ext>
      </dgm:extLst>
    </dgm:pt>
    <dgm:pt modelId="{77BF8BAA-3F6A-4A1F-906D-01D24845B2BB}" type="pres">
      <dgm:prSet presAssocID="{033284AC-B607-4864-850C-63A364EB7630}" presName="spaceRect" presStyleCnt="0"/>
      <dgm:spPr/>
    </dgm:pt>
    <dgm:pt modelId="{092EED02-1667-4951-948B-D40A0B3AD84A}" type="pres">
      <dgm:prSet presAssocID="{033284AC-B607-4864-850C-63A364EB7630}" presName="parTx" presStyleLbl="revTx" presStyleIdx="1" presStyleCnt="2">
        <dgm:presLayoutVars>
          <dgm:chMax val="0"/>
          <dgm:chPref val="0"/>
        </dgm:presLayoutVars>
      </dgm:prSet>
      <dgm:spPr/>
    </dgm:pt>
  </dgm:ptLst>
  <dgm:cxnLst>
    <dgm:cxn modelId="{2528B072-5D14-47B8-8B7A-B2899CE6B2D6}" srcId="{D7423F5D-E972-46F8-802A-F20E40B72C5C}" destId="{033284AC-B607-4864-850C-63A364EB7630}" srcOrd="1" destOrd="0" parTransId="{6B328B86-CAB5-447C-A450-B1CFE46324AB}" sibTransId="{6349C6CC-5E63-42C4-9404-F7C6A26CAB6B}"/>
    <dgm:cxn modelId="{EEC6EE57-4082-4391-82B3-C8C8D20D14AD}" type="presOf" srcId="{033284AC-B607-4864-850C-63A364EB7630}" destId="{092EED02-1667-4951-948B-D40A0B3AD84A}" srcOrd="0" destOrd="0" presId="urn:microsoft.com/office/officeart/2018/2/layout/IconVerticalSolidList"/>
    <dgm:cxn modelId="{5077F0A1-98A4-4206-8DED-CE25E8894B8B}" type="presOf" srcId="{384F1D11-FE5A-4B4A-9BB2-98B2A107E73C}" destId="{2C83A627-811F-4E06-91E2-93EE3CFE4FF3}" srcOrd="0" destOrd="0" presId="urn:microsoft.com/office/officeart/2018/2/layout/IconVerticalSolidList"/>
    <dgm:cxn modelId="{DC1813B4-80BE-4837-BFD8-8A969635E262}" srcId="{D7423F5D-E972-46F8-802A-F20E40B72C5C}" destId="{384F1D11-FE5A-4B4A-9BB2-98B2A107E73C}" srcOrd="0" destOrd="0" parTransId="{0D66C663-8C2D-44CC-B5B2-7E3789D1B2ED}" sibTransId="{3D725F9D-BB80-4DC8-A43D-C72EAE3363D2}"/>
    <dgm:cxn modelId="{B8DE8CE7-8CD7-425F-8CED-5DA362F62552}" type="presOf" srcId="{D7423F5D-E972-46F8-802A-F20E40B72C5C}" destId="{DE3F79C4-8CA4-4636-9B60-AF2FB90A798E}" srcOrd="0" destOrd="0" presId="urn:microsoft.com/office/officeart/2018/2/layout/IconVerticalSolidList"/>
    <dgm:cxn modelId="{71DFBA7C-312F-436B-9995-FFF3CC5C8AAE}" type="presParOf" srcId="{DE3F79C4-8CA4-4636-9B60-AF2FB90A798E}" destId="{6C7C5355-DE9C-45A2-894A-692E1FF7ADA6}" srcOrd="0" destOrd="0" presId="urn:microsoft.com/office/officeart/2018/2/layout/IconVerticalSolidList"/>
    <dgm:cxn modelId="{F0551781-BC44-486C-A8A8-F1A89BFA278E}" type="presParOf" srcId="{6C7C5355-DE9C-45A2-894A-692E1FF7ADA6}" destId="{39F8C701-75B7-4DDB-9AA5-692B3667CDDB}" srcOrd="0" destOrd="0" presId="urn:microsoft.com/office/officeart/2018/2/layout/IconVerticalSolidList"/>
    <dgm:cxn modelId="{AD93D53B-F012-4D4F-972B-931FB65B1467}" type="presParOf" srcId="{6C7C5355-DE9C-45A2-894A-692E1FF7ADA6}" destId="{E018662E-AB81-43AB-9BDE-70ACBB1C0886}" srcOrd="1" destOrd="0" presId="urn:microsoft.com/office/officeart/2018/2/layout/IconVerticalSolidList"/>
    <dgm:cxn modelId="{9ECDCD9C-029B-4191-A4ED-BB7C41E7870C}" type="presParOf" srcId="{6C7C5355-DE9C-45A2-894A-692E1FF7ADA6}" destId="{26E7C90B-BB2C-4202-A973-0A9A0DA17BEA}" srcOrd="2" destOrd="0" presId="urn:microsoft.com/office/officeart/2018/2/layout/IconVerticalSolidList"/>
    <dgm:cxn modelId="{B7D78667-5D7C-4365-9CA7-CC930EB6D8CF}" type="presParOf" srcId="{6C7C5355-DE9C-45A2-894A-692E1FF7ADA6}" destId="{2C83A627-811F-4E06-91E2-93EE3CFE4FF3}" srcOrd="3" destOrd="0" presId="urn:microsoft.com/office/officeart/2018/2/layout/IconVerticalSolidList"/>
    <dgm:cxn modelId="{C3F9D668-865D-4F5E-BDFB-A937DA23F77B}" type="presParOf" srcId="{DE3F79C4-8CA4-4636-9B60-AF2FB90A798E}" destId="{966F26CB-4B03-4E7B-8681-A1A7C484632E}" srcOrd="1" destOrd="0" presId="urn:microsoft.com/office/officeart/2018/2/layout/IconVerticalSolidList"/>
    <dgm:cxn modelId="{FAC820D5-98A6-45B0-B3AC-EE67AF2DBDEC}" type="presParOf" srcId="{DE3F79C4-8CA4-4636-9B60-AF2FB90A798E}" destId="{EB942D44-8D2B-4B8B-8A2A-AC3D55D4A0C3}" srcOrd="2" destOrd="0" presId="urn:microsoft.com/office/officeart/2018/2/layout/IconVerticalSolidList"/>
    <dgm:cxn modelId="{03F6D816-CD5E-488D-B8A6-E1007A85AEE8}" type="presParOf" srcId="{EB942D44-8D2B-4B8B-8A2A-AC3D55D4A0C3}" destId="{8E2AAE45-0C2B-4D87-893D-CDB868245D6C}" srcOrd="0" destOrd="0" presId="urn:microsoft.com/office/officeart/2018/2/layout/IconVerticalSolidList"/>
    <dgm:cxn modelId="{D0BB38CD-AF7C-4CDB-8F22-8E38BDE94799}" type="presParOf" srcId="{EB942D44-8D2B-4B8B-8A2A-AC3D55D4A0C3}" destId="{52E87923-5E65-4289-AD19-79C3D96E8314}" srcOrd="1" destOrd="0" presId="urn:microsoft.com/office/officeart/2018/2/layout/IconVerticalSolidList"/>
    <dgm:cxn modelId="{934B508D-730A-4A7A-AF7B-8E8304890FD0}" type="presParOf" srcId="{EB942D44-8D2B-4B8B-8A2A-AC3D55D4A0C3}" destId="{77BF8BAA-3F6A-4A1F-906D-01D24845B2BB}" srcOrd="2" destOrd="0" presId="urn:microsoft.com/office/officeart/2018/2/layout/IconVerticalSolidList"/>
    <dgm:cxn modelId="{87CDD921-E1B0-46CE-9D37-529A499E721C}" type="presParOf" srcId="{EB942D44-8D2B-4B8B-8A2A-AC3D55D4A0C3}" destId="{092EED02-1667-4951-948B-D40A0B3AD8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BF2DE0-FA5D-4857-A141-9E3C1EE2AB86}" type="doc">
      <dgm:prSet loTypeId="urn:microsoft.com/office/officeart/2008/layout/LinedList" loCatId="list" qsTypeId="urn:microsoft.com/office/officeart/2005/8/quickstyle/simple4" qsCatId="simple" csTypeId="urn:microsoft.com/office/officeart/2005/8/colors/accent2_2" csCatId="accent2" phldr="1"/>
      <dgm:spPr/>
      <dgm:t>
        <a:bodyPr/>
        <a:lstStyle/>
        <a:p>
          <a:endParaRPr lang="en-US"/>
        </a:p>
      </dgm:t>
    </dgm:pt>
    <dgm:pt modelId="{27EC988B-47A0-4C58-BE97-ADCBB5914E55}">
      <dgm:prSet/>
      <dgm:spPr/>
      <dgm:t>
        <a:bodyPr/>
        <a:lstStyle/>
        <a:p>
          <a:r>
            <a:rPr lang="en-US" b="0" i="0" dirty="0"/>
            <a:t>Outputs: 7 × 5 = 35</a:t>
          </a:r>
          <a:endParaRPr lang="en-US" dirty="0"/>
        </a:p>
      </dgm:t>
    </dgm:pt>
    <dgm:pt modelId="{72EA3CC8-3455-4007-A15F-3426DEC98497}" type="parTrans" cxnId="{B627E1A1-1914-4B4F-98FA-61E8FBB83392}">
      <dgm:prSet/>
      <dgm:spPr/>
      <dgm:t>
        <a:bodyPr/>
        <a:lstStyle/>
        <a:p>
          <a:endParaRPr lang="en-US"/>
        </a:p>
      </dgm:t>
    </dgm:pt>
    <dgm:pt modelId="{1BCF2B69-BDBA-4C16-B82A-18BACFA14F7A}" type="sibTrans" cxnId="{B627E1A1-1914-4B4F-98FA-61E8FBB83392}">
      <dgm:prSet/>
      <dgm:spPr/>
      <dgm:t>
        <a:bodyPr/>
        <a:lstStyle/>
        <a:p>
          <a:endParaRPr lang="en-US"/>
        </a:p>
      </dgm:t>
    </dgm:pt>
    <dgm:pt modelId="{C247E29A-7C98-4922-B1CC-2CDAADCFD15D}">
      <dgm:prSet/>
      <dgm:spPr/>
      <dgm:t>
        <a:bodyPr/>
        <a:lstStyle/>
        <a:p>
          <a:r>
            <a:rPr lang="en-US" b="0" i="0" dirty="0"/>
            <a:t>Queries: 5 </a:t>
          </a:r>
          <a:r>
            <a:rPr lang="en-US" b="0" i="0"/>
            <a:t>× 4 </a:t>
          </a:r>
          <a:r>
            <a:rPr lang="en-US" b="0" i="0" dirty="0"/>
            <a:t>= 20</a:t>
          </a:r>
          <a:endParaRPr lang="en-US" dirty="0"/>
        </a:p>
      </dgm:t>
    </dgm:pt>
    <dgm:pt modelId="{A6A0E4BD-88EE-4869-AA68-126ABF053EB5}" type="parTrans" cxnId="{A9D73CC6-B471-486C-869F-80ABD61C0AF4}">
      <dgm:prSet/>
      <dgm:spPr/>
      <dgm:t>
        <a:bodyPr/>
        <a:lstStyle/>
        <a:p>
          <a:endParaRPr lang="en-US"/>
        </a:p>
      </dgm:t>
    </dgm:pt>
    <dgm:pt modelId="{59E6D076-129F-431F-9F13-868D63B93102}" type="sibTrans" cxnId="{A9D73CC6-B471-486C-869F-80ABD61C0AF4}">
      <dgm:prSet/>
      <dgm:spPr/>
      <dgm:t>
        <a:bodyPr/>
        <a:lstStyle/>
        <a:p>
          <a:endParaRPr lang="en-US"/>
        </a:p>
      </dgm:t>
    </dgm:pt>
    <dgm:pt modelId="{A948222D-FA4E-4A50-B22E-66FCCCACA56D}">
      <dgm:prSet/>
      <dgm:spPr/>
      <dgm:t>
        <a:bodyPr/>
        <a:lstStyle/>
        <a:p>
          <a:r>
            <a:rPr lang="en-US" b="0" i="0" dirty="0"/>
            <a:t>Data Files: 5 </a:t>
          </a:r>
          <a:r>
            <a:rPr lang="en-US" b="0" i="0"/>
            <a:t>× 10 </a:t>
          </a:r>
          <a:r>
            <a:rPr lang="en-US" b="0" i="0" dirty="0"/>
            <a:t>= 50</a:t>
          </a:r>
          <a:endParaRPr lang="en-US" dirty="0"/>
        </a:p>
      </dgm:t>
    </dgm:pt>
    <dgm:pt modelId="{B16C34C5-0A0C-4F29-BD9E-C11A1ED605EA}" type="parTrans" cxnId="{8703F7A4-BDD8-4717-9321-E4F0A5922E39}">
      <dgm:prSet/>
      <dgm:spPr/>
      <dgm:t>
        <a:bodyPr/>
        <a:lstStyle/>
        <a:p>
          <a:endParaRPr lang="en-US"/>
        </a:p>
      </dgm:t>
    </dgm:pt>
    <dgm:pt modelId="{C7DEF644-BD17-4CA4-8644-B006A0C59CA5}" type="sibTrans" cxnId="{8703F7A4-BDD8-4717-9321-E4F0A5922E39}">
      <dgm:prSet/>
      <dgm:spPr/>
      <dgm:t>
        <a:bodyPr/>
        <a:lstStyle/>
        <a:p>
          <a:endParaRPr lang="en-US"/>
        </a:p>
      </dgm:t>
    </dgm:pt>
    <dgm:pt modelId="{6BCE141A-57ED-40D0-8B9B-5609DB94BF07}">
      <dgm:prSet/>
      <dgm:spPr/>
      <dgm:t>
        <a:bodyPr/>
        <a:lstStyle/>
        <a:p>
          <a:r>
            <a:rPr lang="en-US" b="0" i="0" dirty="0"/>
            <a:t>External Interfaces: 2 × 7 = 14</a:t>
          </a:r>
          <a:endParaRPr lang="en-US" dirty="0"/>
        </a:p>
      </dgm:t>
    </dgm:pt>
    <dgm:pt modelId="{00A40A72-3D06-4CFC-AF3C-9A2B4AE8D36E}" type="parTrans" cxnId="{52DA1682-EE6B-405F-8F24-E36CDDAEA542}">
      <dgm:prSet/>
      <dgm:spPr/>
      <dgm:t>
        <a:bodyPr/>
        <a:lstStyle/>
        <a:p>
          <a:endParaRPr lang="en-US"/>
        </a:p>
      </dgm:t>
    </dgm:pt>
    <dgm:pt modelId="{F399C7E9-76E4-4023-96E1-552F9CC2CF14}" type="sibTrans" cxnId="{52DA1682-EE6B-405F-8F24-E36CDDAEA542}">
      <dgm:prSet/>
      <dgm:spPr/>
      <dgm:t>
        <a:bodyPr/>
        <a:lstStyle/>
        <a:p>
          <a:endParaRPr lang="en-US"/>
        </a:p>
      </dgm:t>
    </dgm:pt>
    <dgm:pt modelId="{E84C5C6C-8678-416B-90E4-537A969363DD}">
      <dgm:prSet/>
      <dgm:spPr/>
      <dgm:t>
        <a:bodyPr/>
        <a:lstStyle/>
        <a:p>
          <a:r>
            <a:rPr lang="en-US" b="0" i="0" dirty="0"/>
            <a:t>Total GFP = 155</a:t>
          </a:r>
          <a:endParaRPr lang="en-US" dirty="0"/>
        </a:p>
      </dgm:t>
    </dgm:pt>
    <dgm:pt modelId="{CA236C46-CD38-4529-96DF-E06661CF730E}" type="parTrans" cxnId="{309FC59B-A1F3-4805-A910-CA4C7ADDC332}">
      <dgm:prSet/>
      <dgm:spPr/>
      <dgm:t>
        <a:bodyPr/>
        <a:lstStyle/>
        <a:p>
          <a:endParaRPr lang="en-US"/>
        </a:p>
      </dgm:t>
    </dgm:pt>
    <dgm:pt modelId="{7F4FD6C3-C78A-4BAD-B7B2-89247A57F840}" type="sibTrans" cxnId="{309FC59B-A1F3-4805-A910-CA4C7ADDC332}">
      <dgm:prSet/>
      <dgm:spPr/>
      <dgm:t>
        <a:bodyPr/>
        <a:lstStyle/>
        <a:p>
          <a:endParaRPr lang="en-US"/>
        </a:p>
      </dgm:t>
    </dgm:pt>
    <dgm:pt modelId="{95276E22-6647-4B47-8AC0-3421CFDA4295}">
      <dgm:prSet/>
      <dgm:spPr/>
      <dgm:t>
        <a:bodyPr/>
        <a:lstStyle/>
        <a:p>
          <a:r>
            <a:rPr lang="en-US" dirty="0"/>
            <a:t>(Average x Simple)</a:t>
          </a:r>
        </a:p>
      </dgm:t>
    </dgm:pt>
    <dgm:pt modelId="{9D12D360-2216-4875-8FF5-C7CAE11B7D57}" type="parTrans" cxnId="{13EE9099-6C31-4E19-A6D7-FD7551D16920}">
      <dgm:prSet/>
      <dgm:spPr/>
      <dgm:t>
        <a:bodyPr/>
        <a:lstStyle/>
        <a:p>
          <a:endParaRPr lang="en-US"/>
        </a:p>
      </dgm:t>
    </dgm:pt>
    <dgm:pt modelId="{307F097E-A4FD-44C3-9CFF-1194B1B889A2}" type="sibTrans" cxnId="{13EE9099-6C31-4E19-A6D7-FD7551D16920}">
      <dgm:prSet/>
      <dgm:spPr/>
      <dgm:t>
        <a:bodyPr/>
        <a:lstStyle/>
        <a:p>
          <a:endParaRPr lang="en-US"/>
        </a:p>
      </dgm:t>
    </dgm:pt>
    <dgm:pt modelId="{BF56C2E2-9133-4675-84AB-DA48F9659F97}">
      <dgm:prSet/>
      <dgm:spPr/>
      <dgm:t>
        <a:bodyPr/>
        <a:lstStyle/>
        <a:p>
          <a:r>
            <a:rPr lang="en-US" b="0" i="0" dirty="0"/>
            <a:t>Inputs: 9 × 4 = 36</a:t>
          </a:r>
          <a:endParaRPr lang="en-US" dirty="0"/>
        </a:p>
      </dgm:t>
    </dgm:pt>
    <dgm:pt modelId="{EC40B23C-6D62-499D-BFC1-785DEE0DAD91}" type="parTrans" cxnId="{D6562397-02DA-41E8-A4E6-8C3C117ED905}">
      <dgm:prSet/>
      <dgm:spPr/>
      <dgm:t>
        <a:bodyPr/>
        <a:lstStyle/>
        <a:p>
          <a:endParaRPr lang="en-US"/>
        </a:p>
      </dgm:t>
    </dgm:pt>
    <dgm:pt modelId="{1F98A355-D716-4351-BB57-DBEED2150E40}" type="sibTrans" cxnId="{D6562397-02DA-41E8-A4E6-8C3C117ED905}">
      <dgm:prSet/>
      <dgm:spPr/>
      <dgm:t>
        <a:bodyPr/>
        <a:lstStyle/>
        <a:p>
          <a:endParaRPr lang="en-US"/>
        </a:p>
      </dgm:t>
    </dgm:pt>
    <dgm:pt modelId="{F00F0E03-4C00-4F91-BC80-CB663B790D37}" type="pres">
      <dgm:prSet presAssocID="{7FBF2DE0-FA5D-4857-A141-9E3C1EE2AB86}" presName="vert0" presStyleCnt="0">
        <dgm:presLayoutVars>
          <dgm:dir/>
          <dgm:animOne val="branch"/>
          <dgm:animLvl val="lvl"/>
        </dgm:presLayoutVars>
      </dgm:prSet>
      <dgm:spPr/>
    </dgm:pt>
    <dgm:pt modelId="{8A4966B8-4571-4F14-BB91-B94F69BB059F}" type="pres">
      <dgm:prSet presAssocID="{95276E22-6647-4B47-8AC0-3421CFDA4295}" presName="thickLine" presStyleLbl="alignNode1" presStyleIdx="0" presStyleCnt="7"/>
      <dgm:spPr/>
    </dgm:pt>
    <dgm:pt modelId="{84DF23B7-8502-43D8-B548-A13F6AF630E3}" type="pres">
      <dgm:prSet presAssocID="{95276E22-6647-4B47-8AC0-3421CFDA4295}" presName="horz1" presStyleCnt="0"/>
      <dgm:spPr/>
    </dgm:pt>
    <dgm:pt modelId="{2C09F86F-1D31-41A9-ADC9-180AC1BF248D}" type="pres">
      <dgm:prSet presAssocID="{95276E22-6647-4B47-8AC0-3421CFDA4295}" presName="tx1" presStyleLbl="revTx" presStyleIdx="0" presStyleCnt="7"/>
      <dgm:spPr/>
    </dgm:pt>
    <dgm:pt modelId="{C45212C4-8F12-4242-AFCA-8C9A11925ADA}" type="pres">
      <dgm:prSet presAssocID="{95276E22-6647-4B47-8AC0-3421CFDA4295}" presName="vert1" presStyleCnt="0"/>
      <dgm:spPr/>
    </dgm:pt>
    <dgm:pt modelId="{43F63F33-37AF-4E01-BC83-6B1B241D64C9}" type="pres">
      <dgm:prSet presAssocID="{BF56C2E2-9133-4675-84AB-DA48F9659F97}" presName="thickLine" presStyleLbl="alignNode1" presStyleIdx="1" presStyleCnt="7"/>
      <dgm:spPr/>
    </dgm:pt>
    <dgm:pt modelId="{A18FA847-9592-49FF-8D22-08F31B7D6DEA}" type="pres">
      <dgm:prSet presAssocID="{BF56C2E2-9133-4675-84AB-DA48F9659F97}" presName="horz1" presStyleCnt="0"/>
      <dgm:spPr/>
    </dgm:pt>
    <dgm:pt modelId="{FAC62961-39A3-4E6F-8E3B-1AD861F4B4FD}" type="pres">
      <dgm:prSet presAssocID="{BF56C2E2-9133-4675-84AB-DA48F9659F97}" presName="tx1" presStyleLbl="revTx" presStyleIdx="1" presStyleCnt="7"/>
      <dgm:spPr/>
    </dgm:pt>
    <dgm:pt modelId="{B3881F1E-242F-485F-A6FF-338F21CDBAF7}" type="pres">
      <dgm:prSet presAssocID="{BF56C2E2-9133-4675-84AB-DA48F9659F97}" presName="vert1" presStyleCnt="0"/>
      <dgm:spPr/>
    </dgm:pt>
    <dgm:pt modelId="{A8852FF8-0D43-476A-B882-853044645930}" type="pres">
      <dgm:prSet presAssocID="{27EC988B-47A0-4C58-BE97-ADCBB5914E55}" presName="thickLine" presStyleLbl="alignNode1" presStyleIdx="2" presStyleCnt="7"/>
      <dgm:spPr/>
    </dgm:pt>
    <dgm:pt modelId="{29FCBC99-BAFC-43FB-8576-13789445C306}" type="pres">
      <dgm:prSet presAssocID="{27EC988B-47A0-4C58-BE97-ADCBB5914E55}" presName="horz1" presStyleCnt="0"/>
      <dgm:spPr/>
    </dgm:pt>
    <dgm:pt modelId="{A909C58F-08EF-4B6C-A983-403654239235}" type="pres">
      <dgm:prSet presAssocID="{27EC988B-47A0-4C58-BE97-ADCBB5914E55}" presName="tx1" presStyleLbl="revTx" presStyleIdx="2" presStyleCnt="7"/>
      <dgm:spPr/>
    </dgm:pt>
    <dgm:pt modelId="{B06B7C13-0F9B-48BD-A38A-B470DFC35087}" type="pres">
      <dgm:prSet presAssocID="{27EC988B-47A0-4C58-BE97-ADCBB5914E55}" presName="vert1" presStyleCnt="0"/>
      <dgm:spPr/>
    </dgm:pt>
    <dgm:pt modelId="{773741FF-358B-4428-9283-55B13E2BA26C}" type="pres">
      <dgm:prSet presAssocID="{C247E29A-7C98-4922-B1CC-2CDAADCFD15D}" presName="thickLine" presStyleLbl="alignNode1" presStyleIdx="3" presStyleCnt="7"/>
      <dgm:spPr/>
    </dgm:pt>
    <dgm:pt modelId="{DF36EFF9-4ACD-43AB-AB51-B0E0632CE9F5}" type="pres">
      <dgm:prSet presAssocID="{C247E29A-7C98-4922-B1CC-2CDAADCFD15D}" presName="horz1" presStyleCnt="0"/>
      <dgm:spPr/>
    </dgm:pt>
    <dgm:pt modelId="{FC5ABD04-7B60-4E49-8FDA-23CEA6A2A6BC}" type="pres">
      <dgm:prSet presAssocID="{C247E29A-7C98-4922-B1CC-2CDAADCFD15D}" presName="tx1" presStyleLbl="revTx" presStyleIdx="3" presStyleCnt="7"/>
      <dgm:spPr/>
    </dgm:pt>
    <dgm:pt modelId="{55B6B5E0-D544-4F20-AD7D-34E63AC7F5E6}" type="pres">
      <dgm:prSet presAssocID="{C247E29A-7C98-4922-B1CC-2CDAADCFD15D}" presName="vert1" presStyleCnt="0"/>
      <dgm:spPr/>
    </dgm:pt>
    <dgm:pt modelId="{CBE249BC-3048-4425-88CF-AA1C12F8036D}" type="pres">
      <dgm:prSet presAssocID="{A948222D-FA4E-4A50-B22E-66FCCCACA56D}" presName="thickLine" presStyleLbl="alignNode1" presStyleIdx="4" presStyleCnt="7"/>
      <dgm:spPr/>
    </dgm:pt>
    <dgm:pt modelId="{72AD8757-4F26-461A-A385-2BFFC3629D2C}" type="pres">
      <dgm:prSet presAssocID="{A948222D-FA4E-4A50-B22E-66FCCCACA56D}" presName="horz1" presStyleCnt="0"/>
      <dgm:spPr/>
    </dgm:pt>
    <dgm:pt modelId="{59F58CC1-856C-4CEC-81C2-5E00B87E9147}" type="pres">
      <dgm:prSet presAssocID="{A948222D-FA4E-4A50-B22E-66FCCCACA56D}" presName="tx1" presStyleLbl="revTx" presStyleIdx="4" presStyleCnt="7"/>
      <dgm:spPr/>
    </dgm:pt>
    <dgm:pt modelId="{F59DC11B-E347-4408-BD4D-C042340B935B}" type="pres">
      <dgm:prSet presAssocID="{A948222D-FA4E-4A50-B22E-66FCCCACA56D}" presName="vert1" presStyleCnt="0"/>
      <dgm:spPr/>
    </dgm:pt>
    <dgm:pt modelId="{73CC2DCF-1263-4571-8CC0-D51CF3F05D83}" type="pres">
      <dgm:prSet presAssocID="{6BCE141A-57ED-40D0-8B9B-5609DB94BF07}" presName="thickLine" presStyleLbl="alignNode1" presStyleIdx="5" presStyleCnt="7"/>
      <dgm:spPr/>
    </dgm:pt>
    <dgm:pt modelId="{F78CEEFC-DFCF-45B4-8283-9BDFCF498746}" type="pres">
      <dgm:prSet presAssocID="{6BCE141A-57ED-40D0-8B9B-5609DB94BF07}" presName="horz1" presStyleCnt="0"/>
      <dgm:spPr/>
    </dgm:pt>
    <dgm:pt modelId="{A16AD387-640F-496C-B691-BA3218B90A01}" type="pres">
      <dgm:prSet presAssocID="{6BCE141A-57ED-40D0-8B9B-5609DB94BF07}" presName="tx1" presStyleLbl="revTx" presStyleIdx="5" presStyleCnt="7"/>
      <dgm:spPr/>
    </dgm:pt>
    <dgm:pt modelId="{655ECE88-4493-4577-BFD2-3B4A7946EBC1}" type="pres">
      <dgm:prSet presAssocID="{6BCE141A-57ED-40D0-8B9B-5609DB94BF07}" presName="vert1" presStyleCnt="0"/>
      <dgm:spPr/>
    </dgm:pt>
    <dgm:pt modelId="{B5ED8447-B62F-4595-BDB8-9F594914CEDD}" type="pres">
      <dgm:prSet presAssocID="{E84C5C6C-8678-416B-90E4-537A969363DD}" presName="thickLine" presStyleLbl="alignNode1" presStyleIdx="6" presStyleCnt="7"/>
      <dgm:spPr/>
    </dgm:pt>
    <dgm:pt modelId="{90735CFB-F518-4557-BD7D-54B9D0D30931}" type="pres">
      <dgm:prSet presAssocID="{E84C5C6C-8678-416B-90E4-537A969363DD}" presName="horz1" presStyleCnt="0"/>
      <dgm:spPr/>
    </dgm:pt>
    <dgm:pt modelId="{B56665C8-8725-4793-9016-06A1E75163CA}" type="pres">
      <dgm:prSet presAssocID="{E84C5C6C-8678-416B-90E4-537A969363DD}" presName="tx1" presStyleLbl="revTx" presStyleIdx="6" presStyleCnt="7"/>
      <dgm:spPr/>
    </dgm:pt>
    <dgm:pt modelId="{EFACC4DF-0664-4010-9180-95BD62130A3D}" type="pres">
      <dgm:prSet presAssocID="{E84C5C6C-8678-416B-90E4-537A969363DD}" presName="vert1" presStyleCnt="0"/>
      <dgm:spPr/>
    </dgm:pt>
  </dgm:ptLst>
  <dgm:cxnLst>
    <dgm:cxn modelId="{B2541912-CBCD-495D-973D-65491DC91157}" type="presOf" srcId="{A948222D-FA4E-4A50-B22E-66FCCCACA56D}" destId="{59F58CC1-856C-4CEC-81C2-5E00B87E9147}" srcOrd="0" destOrd="0" presId="urn:microsoft.com/office/officeart/2008/layout/LinedList"/>
    <dgm:cxn modelId="{ED5B1B3E-09F3-4A25-9852-704A17128901}" type="presOf" srcId="{7FBF2DE0-FA5D-4857-A141-9E3C1EE2AB86}" destId="{F00F0E03-4C00-4F91-BC80-CB663B790D37}" srcOrd="0" destOrd="0" presId="urn:microsoft.com/office/officeart/2008/layout/LinedList"/>
    <dgm:cxn modelId="{2AC2D14E-5F68-47D7-8253-5B8429405D04}" type="presOf" srcId="{6BCE141A-57ED-40D0-8B9B-5609DB94BF07}" destId="{A16AD387-640F-496C-B691-BA3218B90A01}" srcOrd="0" destOrd="0" presId="urn:microsoft.com/office/officeart/2008/layout/LinedList"/>
    <dgm:cxn modelId="{E8C5124F-173D-4F85-AF99-F6CE0ACF280E}" type="presOf" srcId="{95276E22-6647-4B47-8AC0-3421CFDA4295}" destId="{2C09F86F-1D31-41A9-ADC9-180AC1BF248D}" srcOrd="0" destOrd="0" presId="urn:microsoft.com/office/officeart/2008/layout/LinedList"/>
    <dgm:cxn modelId="{52DA1682-EE6B-405F-8F24-E36CDDAEA542}" srcId="{7FBF2DE0-FA5D-4857-A141-9E3C1EE2AB86}" destId="{6BCE141A-57ED-40D0-8B9B-5609DB94BF07}" srcOrd="5" destOrd="0" parTransId="{00A40A72-3D06-4CFC-AF3C-9A2B4AE8D36E}" sibTransId="{F399C7E9-76E4-4023-96E1-552F9CC2CF14}"/>
    <dgm:cxn modelId="{E3012684-D8B1-424D-98F7-B942C2F0B16A}" type="presOf" srcId="{27EC988B-47A0-4C58-BE97-ADCBB5914E55}" destId="{A909C58F-08EF-4B6C-A983-403654239235}" srcOrd="0" destOrd="0" presId="urn:microsoft.com/office/officeart/2008/layout/LinedList"/>
    <dgm:cxn modelId="{D6562397-02DA-41E8-A4E6-8C3C117ED905}" srcId="{7FBF2DE0-FA5D-4857-A141-9E3C1EE2AB86}" destId="{BF56C2E2-9133-4675-84AB-DA48F9659F97}" srcOrd="1" destOrd="0" parTransId="{EC40B23C-6D62-499D-BFC1-785DEE0DAD91}" sibTransId="{1F98A355-D716-4351-BB57-DBEED2150E40}"/>
    <dgm:cxn modelId="{13EE9099-6C31-4E19-A6D7-FD7551D16920}" srcId="{7FBF2DE0-FA5D-4857-A141-9E3C1EE2AB86}" destId="{95276E22-6647-4B47-8AC0-3421CFDA4295}" srcOrd="0" destOrd="0" parTransId="{9D12D360-2216-4875-8FF5-C7CAE11B7D57}" sibTransId="{307F097E-A4FD-44C3-9CFF-1194B1B889A2}"/>
    <dgm:cxn modelId="{309FC59B-A1F3-4805-A910-CA4C7ADDC332}" srcId="{7FBF2DE0-FA5D-4857-A141-9E3C1EE2AB86}" destId="{E84C5C6C-8678-416B-90E4-537A969363DD}" srcOrd="6" destOrd="0" parTransId="{CA236C46-CD38-4529-96DF-E06661CF730E}" sibTransId="{7F4FD6C3-C78A-4BAD-B7B2-89247A57F840}"/>
    <dgm:cxn modelId="{B627E1A1-1914-4B4F-98FA-61E8FBB83392}" srcId="{7FBF2DE0-FA5D-4857-A141-9E3C1EE2AB86}" destId="{27EC988B-47A0-4C58-BE97-ADCBB5914E55}" srcOrd="2" destOrd="0" parTransId="{72EA3CC8-3455-4007-A15F-3426DEC98497}" sibTransId="{1BCF2B69-BDBA-4C16-B82A-18BACFA14F7A}"/>
    <dgm:cxn modelId="{8703F7A4-BDD8-4717-9321-E4F0A5922E39}" srcId="{7FBF2DE0-FA5D-4857-A141-9E3C1EE2AB86}" destId="{A948222D-FA4E-4A50-B22E-66FCCCACA56D}" srcOrd="4" destOrd="0" parTransId="{B16C34C5-0A0C-4F29-BD9E-C11A1ED605EA}" sibTransId="{C7DEF644-BD17-4CA4-8644-B006A0C59CA5}"/>
    <dgm:cxn modelId="{1B4F05B4-9D8E-422A-9E92-D5F73930B405}" type="presOf" srcId="{E84C5C6C-8678-416B-90E4-537A969363DD}" destId="{B56665C8-8725-4793-9016-06A1E75163CA}" srcOrd="0" destOrd="0" presId="urn:microsoft.com/office/officeart/2008/layout/LinedList"/>
    <dgm:cxn modelId="{A9D73CC6-B471-486C-869F-80ABD61C0AF4}" srcId="{7FBF2DE0-FA5D-4857-A141-9E3C1EE2AB86}" destId="{C247E29A-7C98-4922-B1CC-2CDAADCFD15D}" srcOrd="3" destOrd="0" parTransId="{A6A0E4BD-88EE-4869-AA68-126ABF053EB5}" sibTransId="{59E6D076-129F-431F-9F13-868D63B93102}"/>
    <dgm:cxn modelId="{066CECE7-9269-4A63-8231-1AB23630C2FA}" type="presOf" srcId="{C247E29A-7C98-4922-B1CC-2CDAADCFD15D}" destId="{FC5ABD04-7B60-4E49-8FDA-23CEA6A2A6BC}" srcOrd="0" destOrd="0" presId="urn:microsoft.com/office/officeart/2008/layout/LinedList"/>
    <dgm:cxn modelId="{C705F5F3-8EC4-48AC-AF1C-3D2CC0072B23}" type="presOf" srcId="{BF56C2E2-9133-4675-84AB-DA48F9659F97}" destId="{FAC62961-39A3-4E6F-8E3B-1AD861F4B4FD}" srcOrd="0" destOrd="0" presId="urn:microsoft.com/office/officeart/2008/layout/LinedList"/>
    <dgm:cxn modelId="{9A319CCF-EC70-4949-B6AB-8C09B146F627}" type="presParOf" srcId="{F00F0E03-4C00-4F91-BC80-CB663B790D37}" destId="{8A4966B8-4571-4F14-BB91-B94F69BB059F}" srcOrd="0" destOrd="0" presId="urn:microsoft.com/office/officeart/2008/layout/LinedList"/>
    <dgm:cxn modelId="{59D24728-3D7D-4C9A-A668-F780B91D5FA1}" type="presParOf" srcId="{F00F0E03-4C00-4F91-BC80-CB663B790D37}" destId="{84DF23B7-8502-43D8-B548-A13F6AF630E3}" srcOrd="1" destOrd="0" presId="urn:microsoft.com/office/officeart/2008/layout/LinedList"/>
    <dgm:cxn modelId="{CA7D69CF-FEDF-4D7A-BDCA-FC4FA30D790B}" type="presParOf" srcId="{84DF23B7-8502-43D8-B548-A13F6AF630E3}" destId="{2C09F86F-1D31-41A9-ADC9-180AC1BF248D}" srcOrd="0" destOrd="0" presId="urn:microsoft.com/office/officeart/2008/layout/LinedList"/>
    <dgm:cxn modelId="{053F0A44-A8E4-4601-99E1-7652484FD017}" type="presParOf" srcId="{84DF23B7-8502-43D8-B548-A13F6AF630E3}" destId="{C45212C4-8F12-4242-AFCA-8C9A11925ADA}" srcOrd="1" destOrd="0" presId="urn:microsoft.com/office/officeart/2008/layout/LinedList"/>
    <dgm:cxn modelId="{65B852D8-7C75-4ACD-8001-4C69291EE07E}" type="presParOf" srcId="{F00F0E03-4C00-4F91-BC80-CB663B790D37}" destId="{43F63F33-37AF-4E01-BC83-6B1B241D64C9}" srcOrd="2" destOrd="0" presId="urn:microsoft.com/office/officeart/2008/layout/LinedList"/>
    <dgm:cxn modelId="{597E5A0B-DE6B-44A1-B9B9-F8948A906309}" type="presParOf" srcId="{F00F0E03-4C00-4F91-BC80-CB663B790D37}" destId="{A18FA847-9592-49FF-8D22-08F31B7D6DEA}" srcOrd="3" destOrd="0" presId="urn:microsoft.com/office/officeart/2008/layout/LinedList"/>
    <dgm:cxn modelId="{0BF6F62C-9D87-4F7C-B9C3-BD4403AC252E}" type="presParOf" srcId="{A18FA847-9592-49FF-8D22-08F31B7D6DEA}" destId="{FAC62961-39A3-4E6F-8E3B-1AD861F4B4FD}" srcOrd="0" destOrd="0" presId="urn:microsoft.com/office/officeart/2008/layout/LinedList"/>
    <dgm:cxn modelId="{DAF20B29-C45B-43A4-96A8-1C4E0BD99387}" type="presParOf" srcId="{A18FA847-9592-49FF-8D22-08F31B7D6DEA}" destId="{B3881F1E-242F-485F-A6FF-338F21CDBAF7}" srcOrd="1" destOrd="0" presId="urn:microsoft.com/office/officeart/2008/layout/LinedList"/>
    <dgm:cxn modelId="{E0D32B1D-92CD-4B41-B267-36DB8C7C842E}" type="presParOf" srcId="{F00F0E03-4C00-4F91-BC80-CB663B790D37}" destId="{A8852FF8-0D43-476A-B882-853044645930}" srcOrd="4" destOrd="0" presId="urn:microsoft.com/office/officeart/2008/layout/LinedList"/>
    <dgm:cxn modelId="{B0A3B7FF-F309-4F9F-976F-8775475CB595}" type="presParOf" srcId="{F00F0E03-4C00-4F91-BC80-CB663B790D37}" destId="{29FCBC99-BAFC-43FB-8576-13789445C306}" srcOrd="5" destOrd="0" presId="urn:microsoft.com/office/officeart/2008/layout/LinedList"/>
    <dgm:cxn modelId="{484EF96E-FAD4-42B7-9CC0-391173E4AFE7}" type="presParOf" srcId="{29FCBC99-BAFC-43FB-8576-13789445C306}" destId="{A909C58F-08EF-4B6C-A983-403654239235}" srcOrd="0" destOrd="0" presId="urn:microsoft.com/office/officeart/2008/layout/LinedList"/>
    <dgm:cxn modelId="{30E19F4B-A9AE-4656-BB76-7A3172ED82DF}" type="presParOf" srcId="{29FCBC99-BAFC-43FB-8576-13789445C306}" destId="{B06B7C13-0F9B-48BD-A38A-B470DFC35087}" srcOrd="1" destOrd="0" presId="urn:microsoft.com/office/officeart/2008/layout/LinedList"/>
    <dgm:cxn modelId="{E0A23DCB-AB29-4D8E-B3E6-0EC14A5E7E9D}" type="presParOf" srcId="{F00F0E03-4C00-4F91-BC80-CB663B790D37}" destId="{773741FF-358B-4428-9283-55B13E2BA26C}" srcOrd="6" destOrd="0" presId="urn:microsoft.com/office/officeart/2008/layout/LinedList"/>
    <dgm:cxn modelId="{A700B4E3-48A2-43A1-BE32-CFE99D533716}" type="presParOf" srcId="{F00F0E03-4C00-4F91-BC80-CB663B790D37}" destId="{DF36EFF9-4ACD-43AB-AB51-B0E0632CE9F5}" srcOrd="7" destOrd="0" presId="urn:microsoft.com/office/officeart/2008/layout/LinedList"/>
    <dgm:cxn modelId="{33B11E65-E992-4E29-B377-90D9487666C0}" type="presParOf" srcId="{DF36EFF9-4ACD-43AB-AB51-B0E0632CE9F5}" destId="{FC5ABD04-7B60-4E49-8FDA-23CEA6A2A6BC}" srcOrd="0" destOrd="0" presId="urn:microsoft.com/office/officeart/2008/layout/LinedList"/>
    <dgm:cxn modelId="{362B0E3D-CAC2-4970-9B60-0568AFCF8313}" type="presParOf" srcId="{DF36EFF9-4ACD-43AB-AB51-B0E0632CE9F5}" destId="{55B6B5E0-D544-4F20-AD7D-34E63AC7F5E6}" srcOrd="1" destOrd="0" presId="urn:microsoft.com/office/officeart/2008/layout/LinedList"/>
    <dgm:cxn modelId="{34F030E6-1400-4BFA-B607-70231C558449}" type="presParOf" srcId="{F00F0E03-4C00-4F91-BC80-CB663B790D37}" destId="{CBE249BC-3048-4425-88CF-AA1C12F8036D}" srcOrd="8" destOrd="0" presId="urn:microsoft.com/office/officeart/2008/layout/LinedList"/>
    <dgm:cxn modelId="{95694A5C-2407-43BC-B8D2-BE275A4D7BE6}" type="presParOf" srcId="{F00F0E03-4C00-4F91-BC80-CB663B790D37}" destId="{72AD8757-4F26-461A-A385-2BFFC3629D2C}" srcOrd="9" destOrd="0" presId="urn:microsoft.com/office/officeart/2008/layout/LinedList"/>
    <dgm:cxn modelId="{D715C1CA-648A-4876-9B0B-F92CE8FB025D}" type="presParOf" srcId="{72AD8757-4F26-461A-A385-2BFFC3629D2C}" destId="{59F58CC1-856C-4CEC-81C2-5E00B87E9147}" srcOrd="0" destOrd="0" presId="urn:microsoft.com/office/officeart/2008/layout/LinedList"/>
    <dgm:cxn modelId="{B4FF25EC-5D20-43D6-BC6A-A4E582B4A3EE}" type="presParOf" srcId="{72AD8757-4F26-461A-A385-2BFFC3629D2C}" destId="{F59DC11B-E347-4408-BD4D-C042340B935B}" srcOrd="1" destOrd="0" presId="urn:microsoft.com/office/officeart/2008/layout/LinedList"/>
    <dgm:cxn modelId="{94EF0468-5268-40D1-96C5-39A0236305E2}" type="presParOf" srcId="{F00F0E03-4C00-4F91-BC80-CB663B790D37}" destId="{73CC2DCF-1263-4571-8CC0-D51CF3F05D83}" srcOrd="10" destOrd="0" presId="urn:microsoft.com/office/officeart/2008/layout/LinedList"/>
    <dgm:cxn modelId="{7897F8BD-3A42-459F-BA82-117C3AFA5960}" type="presParOf" srcId="{F00F0E03-4C00-4F91-BC80-CB663B790D37}" destId="{F78CEEFC-DFCF-45B4-8283-9BDFCF498746}" srcOrd="11" destOrd="0" presId="urn:microsoft.com/office/officeart/2008/layout/LinedList"/>
    <dgm:cxn modelId="{2FB32BFC-DA93-4C54-9702-642C93B52832}" type="presParOf" srcId="{F78CEEFC-DFCF-45B4-8283-9BDFCF498746}" destId="{A16AD387-640F-496C-B691-BA3218B90A01}" srcOrd="0" destOrd="0" presId="urn:microsoft.com/office/officeart/2008/layout/LinedList"/>
    <dgm:cxn modelId="{AE84123E-2024-4736-9919-65C6BD316450}" type="presParOf" srcId="{F78CEEFC-DFCF-45B4-8283-9BDFCF498746}" destId="{655ECE88-4493-4577-BFD2-3B4A7946EBC1}" srcOrd="1" destOrd="0" presId="urn:microsoft.com/office/officeart/2008/layout/LinedList"/>
    <dgm:cxn modelId="{76EF2823-05FF-41C7-A528-D917A6E098B4}" type="presParOf" srcId="{F00F0E03-4C00-4F91-BC80-CB663B790D37}" destId="{B5ED8447-B62F-4595-BDB8-9F594914CEDD}" srcOrd="12" destOrd="0" presId="urn:microsoft.com/office/officeart/2008/layout/LinedList"/>
    <dgm:cxn modelId="{9EE3C08E-DFCC-43EA-9843-C28845D88B5A}" type="presParOf" srcId="{F00F0E03-4C00-4F91-BC80-CB663B790D37}" destId="{90735CFB-F518-4557-BD7D-54B9D0D30931}" srcOrd="13" destOrd="0" presId="urn:microsoft.com/office/officeart/2008/layout/LinedList"/>
    <dgm:cxn modelId="{6389816A-C403-4F59-95D7-20E34C3F94E7}" type="presParOf" srcId="{90735CFB-F518-4557-BD7D-54B9D0D30931}" destId="{B56665C8-8725-4793-9016-06A1E75163CA}" srcOrd="0" destOrd="0" presId="urn:microsoft.com/office/officeart/2008/layout/LinedList"/>
    <dgm:cxn modelId="{DD918A89-CDCB-4FFB-9ECC-CE5D7B8237D2}" type="presParOf" srcId="{90735CFB-F518-4557-BD7D-54B9D0D30931}" destId="{EFACC4DF-0664-4010-9180-95BD62130A3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EB33F97-1848-4B84-8112-560ECA4DE59D}"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1DBA82B9-7BB7-4997-B92E-3CBE03742AE1}">
      <dgm:prSet/>
      <dgm:spPr/>
      <dgm:t>
        <a:bodyPr/>
        <a:lstStyle/>
        <a:p>
          <a:r>
            <a:rPr lang="en-US" b="0" i="0"/>
            <a:t>Processing Complexity Score (PC) = 30</a:t>
          </a:r>
          <a:endParaRPr lang="en-US"/>
        </a:p>
      </dgm:t>
    </dgm:pt>
    <dgm:pt modelId="{14DA9709-B64A-48E8-B14A-1C14FADA231C}" type="parTrans" cxnId="{032E4EAF-D546-4852-A2C2-3C178B3D4AC5}">
      <dgm:prSet/>
      <dgm:spPr/>
      <dgm:t>
        <a:bodyPr/>
        <a:lstStyle/>
        <a:p>
          <a:endParaRPr lang="en-US"/>
        </a:p>
      </dgm:t>
    </dgm:pt>
    <dgm:pt modelId="{9AD6D37F-C701-4F6C-BFA5-148C2A7C4BB0}" type="sibTrans" cxnId="{032E4EAF-D546-4852-A2C2-3C178B3D4AC5}">
      <dgm:prSet/>
      <dgm:spPr/>
      <dgm:t>
        <a:bodyPr/>
        <a:lstStyle/>
        <a:p>
          <a:endParaRPr lang="en-US"/>
        </a:p>
      </dgm:t>
    </dgm:pt>
    <dgm:pt modelId="{325A62CB-30CA-4CD8-8C6E-BD7E7E195CFB}">
      <dgm:prSet/>
      <dgm:spPr/>
      <dgm:t>
        <a:bodyPr/>
        <a:lstStyle/>
        <a:p>
          <a:r>
            <a:rPr lang="en-US" b="0" i="0"/>
            <a:t>PCA = 0.65 + 0.01 × PC</a:t>
          </a:r>
          <a:endParaRPr lang="en-US"/>
        </a:p>
      </dgm:t>
    </dgm:pt>
    <dgm:pt modelId="{28557698-476F-480E-BC4B-E31CEA3FBA43}" type="parTrans" cxnId="{97530336-3054-4DE9-9B5D-87DBF67B0129}">
      <dgm:prSet/>
      <dgm:spPr/>
      <dgm:t>
        <a:bodyPr/>
        <a:lstStyle/>
        <a:p>
          <a:endParaRPr lang="en-US"/>
        </a:p>
      </dgm:t>
    </dgm:pt>
    <dgm:pt modelId="{BCA6B196-6D50-4DCA-B3C8-AD4B477AFBC8}" type="sibTrans" cxnId="{97530336-3054-4DE9-9B5D-87DBF67B0129}">
      <dgm:prSet/>
      <dgm:spPr/>
      <dgm:t>
        <a:bodyPr/>
        <a:lstStyle/>
        <a:p>
          <a:endParaRPr lang="en-US"/>
        </a:p>
      </dgm:t>
    </dgm:pt>
    <dgm:pt modelId="{CF6AB97E-68ED-48C9-92E9-1478C35F4ABF}">
      <dgm:prSet/>
      <dgm:spPr/>
      <dgm:t>
        <a:bodyPr/>
        <a:lstStyle/>
        <a:p>
          <a:r>
            <a:rPr lang="en-US" b="0" i="0"/>
            <a:t>PCA = 0.95</a:t>
          </a:r>
          <a:endParaRPr lang="en-US"/>
        </a:p>
      </dgm:t>
    </dgm:pt>
    <dgm:pt modelId="{AABD7A69-9844-452C-B0AD-6F3F6D666BCC}" type="parTrans" cxnId="{7C5D1C06-092A-4AED-A31D-B73A7B17B312}">
      <dgm:prSet/>
      <dgm:spPr/>
      <dgm:t>
        <a:bodyPr/>
        <a:lstStyle/>
        <a:p>
          <a:endParaRPr lang="en-US"/>
        </a:p>
      </dgm:t>
    </dgm:pt>
    <dgm:pt modelId="{3E5F4370-3657-48A6-B67D-584280620540}" type="sibTrans" cxnId="{7C5D1C06-092A-4AED-A31D-B73A7B17B312}">
      <dgm:prSet/>
      <dgm:spPr/>
      <dgm:t>
        <a:bodyPr/>
        <a:lstStyle/>
        <a:p>
          <a:endParaRPr lang="en-US"/>
        </a:p>
      </dgm:t>
    </dgm:pt>
    <dgm:pt modelId="{4082BB4B-51A3-4406-97A7-669400C034BE}" type="pres">
      <dgm:prSet presAssocID="{AEB33F97-1848-4B84-8112-560ECA4DE59D}" presName="hierChild1" presStyleCnt="0">
        <dgm:presLayoutVars>
          <dgm:chPref val="1"/>
          <dgm:dir/>
          <dgm:animOne val="branch"/>
          <dgm:animLvl val="lvl"/>
          <dgm:resizeHandles/>
        </dgm:presLayoutVars>
      </dgm:prSet>
      <dgm:spPr/>
    </dgm:pt>
    <dgm:pt modelId="{B26EEE00-4FE2-456D-81D1-D9545D6365E6}" type="pres">
      <dgm:prSet presAssocID="{1DBA82B9-7BB7-4997-B92E-3CBE03742AE1}" presName="hierRoot1" presStyleCnt="0"/>
      <dgm:spPr/>
    </dgm:pt>
    <dgm:pt modelId="{C96710E5-AEED-4BC2-B67D-6D4FB8D6EAB0}" type="pres">
      <dgm:prSet presAssocID="{1DBA82B9-7BB7-4997-B92E-3CBE03742AE1}" presName="composite" presStyleCnt="0"/>
      <dgm:spPr/>
    </dgm:pt>
    <dgm:pt modelId="{835F74BF-5784-4224-976A-4B392D8BD791}" type="pres">
      <dgm:prSet presAssocID="{1DBA82B9-7BB7-4997-B92E-3CBE03742AE1}" presName="background" presStyleLbl="node0" presStyleIdx="0" presStyleCnt="3"/>
      <dgm:spPr/>
    </dgm:pt>
    <dgm:pt modelId="{1FC3B039-38C4-44C5-938C-E57343B98D40}" type="pres">
      <dgm:prSet presAssocID="{1DBA82B9-7BB7-4997-B92E-3CBE03742AE1}" presName="text" presStyleLbl="fgAcc0" presStyleIdx="0" presStyleCnt="3">
        <dgm:presLayoutVars>
          <dgm:chPref val="3"/>
        </dgm:presLayoutVars>
      </dgm:prSet>
      <dgm:spPr/>
    </dgm:pt>
    <dgm:pt modelId="{A5C7DAB9-2A2A-4746-9A8A-28106887B178}" type="pres">
      <dgm:prSet presAssocID="{1DBA82B9-7BB7-4997-B92E-3CBE03742AE1}" presName="hierChild2" presStyleCnt="0"/>
      <dgm:spPr/>
    </dgm:pt>
    <dgm:pt modelId="{B06D1FB8-1303-457E-B68B-1E297221ADA6}" type="pres">
      <dgm:prSet presAssocID="{325A62CB-30CA-4CD8-8C6E-BD7E7E195CFB}" presName="hierRoot1" presStyleCnt="0"/>
      <dgm:spPr/>
    </dgm:pt>
    <dgm:pt modelId="{662539CE-FD32-4C75-B2C8-246A59131415}" type="pres">
      <dgm:prSet presAssocID="{325A62CB-30CA-4CD8-8C6E-BD7E7E195CFB}" presName="composite" presStyleCnt="0"/>
      <dgm:spPr/>
    </dgm:pt>
    <dgm:pt modelId="{1C51221B-23FA-4E1E-85EF-FE261DBF6012}" type="pres">
      <dgm:prSet presAssocID="{325A62CB-30CA-4CD8-8C6E-BD7E7E195CFB}" presName="background" presStyleLbl="node0" presStyleIdx="1" presStyleCnt="3"/>
      <dgm:spPr/>
    </dgm:pt>
    <dgm:pt modelId="{9A790487-83BB-4228-9103-21261F2CCD3E}" type="pres">
      <dgm:prSet presAssocID="{325A62CB-30CA-4CD8-8C6E-BD7E7E195CFB}" presName="text" presStyleLbl="fgAcc0" presStyleIdx="1" presStyleCnt="3">
        <dgm:presLayoutVars>
          <dgm:chPref val="3"/>
        </dgm:presLayoutVars>
      </dgm:prSet>
      <dgm:spPr/>
    </dgm:pt>
    <dgm:pt modelId="{0365927C-AFD4-4905-93E1-0A492666629F}" type="pres">
      <dgm:prSet presAssocID="{325A62CB-30CA-4CD8-8C6E-BD7E7E195CFB}" presName="hierChild2" presStyleCnt="0"/>
      <dgm:spPr/>
    </dgm:pt>
    <dgm:pt modelId="{3773F2B4-6C61-4E73-8E13-3F4B071490D7}" type="pres">
      <dgm:prSet presAssocID="{CF6AB97E-68ED-48C9-92E9-1478C35F4ABF}" presName="hierRoot1" presStyleCnt="0"/>
      <dgm:spPr/>
    </dgm:pt>
    <dgm:pt modelId="{6BC23600-AD1B-4DD6-8788-0023F50F8A7F}" type="pres">
      <dgm:prSet presAssocID="{CF6AB97E-68ED-48C9-92E9-1478C35F4ABF}" presName="composite" presStyleCnt="0"/>
      <dgm:spPr/>
    </dgm:pt>
    <dgm:pt modelId="{A37D64E3-BE0B-4D46-A532-8DB74664613B}" type="pres">
      <dgm:prSet presAssocID="{CF6AB97E-68ED-48C9-92E9-1478C35F4ABF}" presName="background" presStyleLbl="node0" presStyleIdx="2" presStyleCnt="3"/>
      <dgm:spPr/>
    </dgm:pt>
    <dgm:pt modelId="{36E73BAD-EB7A-436A-97AA-AFBA9805C1D6}" type="pres">
      <dgm:prSet presAssocID="{CF6AB97E-68ED-48C9-92E9-1478C35F4ABF}" presName="text" presStyleLbl="fgAcc0" presStyleIdx="2" presStyleCnt="3">
        <dgm:presLayoutVars>
          <dgm:chPref val="3"/>
        </dgm:presLayoutVars>
      </dgm:prSet>
      <dgm:spPr/>
    </dgm:pt>
    <dgm:pt modelId="{C289315B-C392-4B77-B6FF-7D3323799121}" type="pres">
      <dgm:prSet presAssocID="{CF6AB97E-68ED-48C9-92E9-1478C35F4ABF}" presName="hierChild2" presStyleCnt="0"/>
      <dgm:spPr/>
    </dgm:pt>
  </dgm:ptLst>
  <dgm:cxnLst>
    <dgm:cxn modelId="{7C5D1C06-092A-4AED-A31D-B73A7B17B312}" srcId="{AEB33F97-1848-4B84-8112-560ECA4DE59D}" destId="{CF6AB97E-68ED-48C9-92E9-1478C35F4ABF}" srcOrd="2" destOrd="0" parTransId="{AABD7A69-9844-452C-B0AD-6F3F6D666BCC}" sibTransId="{3E5F4370-3657-48A6-B67D-584280620540}"/>
    <dgm:cxn modelId="{97530336-3054-4DE9-9B5D-87DBF67B0129}" srcId="{AEB33F97-1848-4B84-8112-560ECA4DE59D}" destId="{325A62CB-30CA-4CD8-8C6E-BD7E7E195CFB}" srcOrd="1" destOrd="0" parTransId="{28557698-476F-480E-BC4B-E31CEA3FBA43}" sibTransId="{BCA6B196-6D50-4DCA-B3C8-AD4B477AFBC8}"/>
    <dgm:cxn modelId="{868A5B59-15B3-4725-89C7-CCD4B3FAC530}" type="presOf" srcId="{CF6AB97E-68ED-48C9-92E9-1478C35F4ABF}" destId="{36E73BAD-EB7A-436A-97AA-AFBA9805C1D6}" srcOrd="0" destOrd="0" presId="urn:microsoft.com/office/officeart/2005/8/layout/hierarchy1"/>
    <dgm:cxn modelId="{032E4EAF-D546-4852-A2C2-3C178B3D4AC5}" srcId="{AEB33F97-1848-4B84-8112-560ECA4DE59D}" destId="{1DBA82B9-7BB7-4997-B92E-3CBE03742AE1}" srcOrd="0" destOrd="0" parTransId="{14DA9709-B64A-48E8-B14A-1C14FADA231C}" sibTransId="{9AD6D37F-C701-4F6C-BFA5-148C2A7C4BB0}"/>
    <dgm:cxn modelId="{9426C9C6-6D0A-45BE-9DCD-8A3901FE762E}" type="presOf" srcId="{1DBA82B9-7BB7-4997-B92E-3CBE03742AE1}" destId="{1FC3B039-38C4-44C5-938C-E57343B98D40}" srcOrd="0" destOrd="0" presId="urn:microsoft.com/office/officeart/2005/8/layout/hierarchy1"/>
    <dgm:cxn modelId="{78802FC8-3FDE-4443-91CE-9D3BF5E7FE32}" type="presOf" srcId="{AEB33F97-1848-4B84-8112-560ECA4DE59D}" destId="{4082BB4B-51A3-4406-97A7-669400C034BE}" srcOrd="0" destOrd="0" presId="urn:microsoft.com/office/officeart/2005/8/layout/hierarchy1"/>
    <dgm:cxn modelId="{61AF99F4-E2E2-434E-90B5-98801ABA90D5}" type="presOf" srcId="{325A62CB-30CA-4CD8-8C6E-BD7E7E195CFB}" destId="{9A790487-83BB-4228-9103-21261F2CCD3E}" srcOrd="0" destOrd="0" presId="urn:microsoft.com/office/officeart/2005/8/layout/hierarchy1"/>
    <dgm:cxn modelId="{D8D1A21A-4803-4930-8A70-D16D4A0F2BF4}" type="presParOf" srcId="{4082BB4B-51A3-4406-97A7-669400C034BE}" destId="{B26EEE00-4FE2-456D-81D1-D9545D6365E6}" srcOrd="0" destOrd="0" presId="urn:microsoft.com/office/officeart/2005/8/layout/hierarchy1"/>
    <dgm:cxn modelId="{3897EA19-EBF6-4039-A8A2-584B81681E3B}" type="presParOf" srcId="{B26EEE00-4FE2-456D-81D1-D9545D6365E6}" destId="{C96710E5-AEED-4BC2-B67D-6D4FB8D6EAB0}" srcOrd="0" destOrd="0" presId="urn:microsoft.com/office/officeart/2005/8/layout/hierarchy1"/>
    <dgm:cxn modelId="{6CE54125-4C2D-40E7-802D-CEF5E65A3258}" type="presParOf" srcId="{C96710E5-AEED-4BC2-B67D-6D4FB8D6EAB0}" destId="{835F74BF-5784-4224-976A-4B392D8BD791}" srcOrd="0" destOrd="0" presId="urn:microsoft.com/office/officeart/2005/8/layout/hierarchy1"/>
    <dgm:cxn modelId="{3BC93BC2-7D5C-49AF-9C5C-E46D1283CA35}" type="presParOf" srcId="{C96710E5-AEED-4BC2-B67D-6D4FB8D6EAB0}" destId="{1FC3B039-38C4-44C5-938C-E57343B98D40}" srcOrd="1" destOrd="0" presId="urn:microsoft.com/office/officeart/2005/8/layout/hierarchy1"/>
    <dgm:cxn modelId="{06E59A8D-7855-4E46-BE09-D6AE64D5BF62}" type="presParOf" srcId="{B26EEE00-4FE2-456D-81D1-D9545D6365E6}" destId="{A5C7DAB9-2A2A-4746-9A8A-28106887B178}" srcOrd="1" destOrd="0" presId="urn:microsoft.com/office/officeart/2005/8/layout/hierarchy1"/>
    <dgm:cxn modelId="{EADE1048-414C-40AD-8B64-A18B359BD931}" type="presParOf" srcId="{4082BB4B-51A3-4406-97A7-669400C034BE}" destId="{B06D1FB8-1303-457E-B68B-1E297221ADA6}" srcOrd="1" destOrd="0" presId="urn:microsoft.com/office/officeart/2005/8/layout/hierarchy1"/>
    <dgm:cxn modelId="{0A9CFB46-5EC8-41CE-9C5B-85631B3AFEF1}" type="presParOf" srcId="{B06D1FB8-1303-457E-B68B-1E297221ADA6}" destId="{662539CE-FD32-4C75-B2C8-246A59131415}" srcOrd="0" destOrd="0" presId="urn:microsoft.com/office/officeart/2005/8/layout/hierarchy1"/>
    <dgm:cxn modelId="{0B335456-6BCE-407C-9F68-9DB5A8D2DD9F}" type="presParOf" srcId="{662539CE-FD32-4C75-B2C8-246A59131415}" destId="{1C51221B-23FA-4E1E-85EF-FE261DBF6012}" srcOrd="0" destOrd="0" presId="urn:microsoft.com/office/officeart/2005/8/layout/hierarchy1"/>
    <dgm:cxn modelId="{0B37CABF-3377-4CA2-993E-4C2048DDC60C}" type="presParOf" srcId="{662539CE-FD32-4C75-B2C8-246A59131415}" destId="{9A790487-83BB-4228-9103-21261F2CCD3E}" srcOrd="1" destOrd="0" presId="urn:microsoft.com/office/officeart/2005/8/layout/hierarchy1"/>
    <dgm:cxn modelId="{11A6329A-B412-440D-9A0B-5461AAA29474}" type="presParOf" srcId="{B06D1FB8-1303-457E-B68B-1E297221ADA6}" destId="{0365927C-AFD4-4905-93E1-0A492666629F}" srcOrd="1" destOrd="0" presId="urn:microsoft.com/office/officeart/2005/8/layout/hierarchy1"/>
    <dgm:cxn modelId="{E5A7953A-0182-4497-9BCF-DE4BF6181853}" type="presParOf" srcId="{4082BB4B-51A3-4406-97A7-669400C034BE}" destId="{3773F2B4-6C61-4E73-8E13-3F4B071490D7}" srcOrd="2" destOrd="0" presId="urn:microsoft.com/office/officeart/2005/8/layout/hierarchy1"/>
    <dgm:cxn modelId="{5F6DF121-71EC-46AD-93E3-3912CADD2590}" type="presParOf" srcId="{3773F2B4-6C61-4E73-8E13-3F4B071490D7}" destId="{6BC23600-AD1B-4DD6-8788-0023F50F8A7F}" srcOrd="0" destOrd="0" presId="urn:microsoft.com/office/officeart/2005/8/layout/hierarchy1"/>
    <dgm:cxn modelId="{9C46C554-D20B-404B-BDBB-E3D737A5FFA9}" type="presParOf" srcId="{6BC23600-AD1B-4DD6-8788-0023F50F8A7F}" destId="{A37D64E3-BE0B-4D46-A532-8DB74664613B}" srcOrd="0" destOrd="0" presId="urn:microsoft.com/office/officeart/2005/8/layout/hierarchy1"/>
    <dgm:cxn modelId="{7FAFC00E-7419-47D4-9270-504859C7CB77}" type="presParOf" srcId="{6BC23600-AD1B-4DD6-8788-0023F50F8A7F}" destId="{36E73BAD-EB7A-436A-97AA-AFBA9805C1D6}" srcOrd="1" destOrd="0" presId="urn:microsoft.com/office/officeart/2005/8/layout/hierarchy1"/>
    <dgm:cxn modelId="{40A73D95-357B-4737-8039-C557CB8287A2}" type="presParOf" srcId="{3773F2B4-6C61-4E73-8E13-3F4B071490D7}" destId="{C289315B-C392-4B77-B6FF-7D332379912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4C4C0C4-B237-491F-A71F-F34EB773B15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CD2F59D-AC01-456E-ACB8-7C4D62390D57}">
      <dgm:prSet/>
      <dgm:spPr/>
      <dgm:t>
        <a:bodyPr/>
        <a:lstStyle/>
        <a:p>
          <a:r>
            <a:rPr lang="en-US" b="0" i="0"/>
            <a:t>FP = GFP × PCA</a:t>
          </a:r>
          <a:endParaRPr lang="en-US"/>
        </a:p>
      </dgm:t>
    </dgm:pt>
    <dgm:pt modelId="{2683500E-7FEA-480F-BD6B-C40B997ED86B}" type="parTrans" cxnId="{8E5A3E21-36E4-462C-9A11-38256F0516F7}">
      <dgm:prSet/>
      <dgm:spPr/>
      <dgm:t>
        <a:bodyPr/>
        <a:lstStyle/>
        <a:p>
          <a:endParaRPr lang="en-US"/>
        </a:p>
      </dgm:t>
    </dgm:pt>
    <dgm:pt modelId="{FD13A82E-CE02-4027-9F37-0342FE65837B}" type="sibTrans" cxnId="{8E5A3E21-36E4-462C-9A11-38256F0516F7}">
      <dgm:prSet/>
      <dgm:spPr/>
      <dgm:t>
        <a:bodyPr/>
        <a:lstStyle/>
        <a:p>
          <a:endParaRPr lang="en-US"/>
        </a:p>
      </dgm:t>
    </dgm:pt>
    <dgm:pt modelId="{54675E85-CCFC-4079-9E8A-509A39FF05B2}">
      <dgm:prSet/>
      <dgm:spPr/>
      <dgm:t>
        <a:bodyPr/>
        <a:lstStyle/>
        <a:p>
          <a:r>
            <a:rPr lang="en-US" b="0" i="0"/>
            <a:t>FP = 155 × 0.95</a:t>
          </a:r>
          <a:endParaRPr lang="en-US"/>
        </a:p>
      </dgm:t>
    </dgm:pt>
    <dgm:pt modelId="{DD7BEC9B-F47C-4E93-97E2-B525F1D6C53C}" type="parTrans" cxnId="{623FCB47-A9AD-464E-A847-2B97CC96671D}">
      <dgm:prSet/>
      <dgm:spPr/>
      <dgm:t>
        <a:bodyPr/>
        <a:lstStyle/>
        <a:p>
          <a:endParaRPr lang="en-US"/>
        </a:p>
      </dgm:t>
    </dgm:pt>
    <dgm:pt modelId="{C3F04696-8C73-4A16-B442-81912A5DC0C9}" type="sibTrans" cxnId="{623FCB47-A9AD-464E-A847-2B97CC96671D}">
      <dgm:prSet/>
      <dgm:spPr/>
      <dgm:t>
        <a:bodyPr/>
        <a:lstStyle/>
        <a:p>
          <a:endParaRPr lang="en-US"/>
        </a:p>
      </dgm:t>
    </dgm:pt>
    <dgm:pt modelId="{0440A821-727B-49BD-8F32-A9A17CBD32BF}">
      <dgm:prSet/>
      <dgm:spPr/>
      <dgm:t>
        <a:bodyPr/>
        <a:lstStyle/>
        <a:p>
          <a:r>
            <a:rPr lang="en-US" b="0" i="0"/>
            <a:t>Final FP ≈ 147</a:t>
          </a:r>
          <a:endParaRPr lang="en-US"/>
        </a:p>
      </dgm:t>
    </dgm:pt>
    <dgm:pt modelId="{1ADC22F2-A218-456A-B9EC-A4BBBD041DA5}" type="parTrans" cxnId="{08D2B107-3F45-453E-959F-A9559D002512}">
      <dgm:prSet/>
      <dgm:spPr/>
      <dgm:t>
        <a:bodyPr/>
        <a:lstStyle/>
        <a:p>
          <a:endParaRPr lang="en-US"/>
        </a:p>
      </dgm:t>
    </dgm:pt>
    <dgm:pt modelId="{B65B494C-3772-440B-8942-1C5665AF7BA0}" type="sibTrans" cxnId="{08D2B107-3F45-453E-959F-A9559D002512}">
      <dgm:prSet/>
      <dgm:spPr/>
      <dgm:t>
        <a:bodyPr/>
        <a:lstStyle/>
        <a:p>
          <a:endParaRPr lang="en-US"/>
        </a:p>
      </dgm:t>
    </dgm:pt>
    <dgm:pt modelId="{F3F665D4-6E51-44A3-80AB-7BABE44225F7}" type="pres">
      <dgm:prSet presAssocID="{B4C4C0C4-B237-491F-A71F-F34EB773B156}" presName="linear" presStyleCnt="0">
        <dgm:presLayoutVars>
          <dgm:animLvl val="lvl"/>
          <dgm:resizeHandles val="exact"/>
        </dgm:presLayoutVars>
      </dgm:prSet>
      <dgm:spPr/>
    </dgm:pt>
    <dgm:pt modelId="{3B8A7FC7-B2A2-464B-B8A6-3EEDFFF1BC90}" type="pres">
      <dgm:prSet presAssocID="{1CD2F59D-AC01-456E-ACB8-7C4D62390D57}" presName="parentText" presStyleLbl="node1" presStyleIdx="0" presStyleCnt="3">
        <dgm:presLayoutVars>
          <dgm:chMax val="0"/>
          <dgm:bulletEnabled val="1"/>
        </dgm:presLayoutVars>
      </dgm:prSet>
      <dgm:spPr/>
    </dgm:pt>
    <dgm:pt modelId="{9BCCFD97-8031-4E18-973B-643B423ECF4D}" type="pres">
      <dgm:prSet presAssocID="{FD13A82E-CE02-4027-9F37-0342FE65837B}" presName="spacer" presStyleCnt="0"/>
      <dgm:spPr/>
    </dgm:pt>
    <dgm:pt modelId="{43B13FDA-0888-42CD-A5CA-FD394E0C8B56}" type="pres">
      <dgm:prSet presAssocID="{54675E85-CCFC-4079-9E8A-509A39FF05B2}" presName="parentText" presStyleLbl="node1" presStyleIdx="1" presStyleCnt="3">
        <dgm:presLayoutVars>
          <dgm:chMax val="0"/>
          <dgm:bulletEnabled val="1"/>
        </dgm:presLayoutVars>
      </dgm:prSet>
      <dgm:spPr/>
    </dgm:pt>
    <dgm:pt modelId="{194A3CEA-6201-4717-8540-9F360F999EE3}" type="pres">
      <dgm:prSet presAssocID="{C3F04696-8C73-4A16-B442-81912A5DC0C9}" presName="spacer" presStyleCnt="0"/>
      <dgm:spPr/>
    </dgm:pt>
    <dgm:pt modelId="{76F2F520-9A8D-4A49-BEDA-C1BCB3D545D7}" type="pres">
      <dgm:prSet presAssocID="{0440A821-727B-49BD-8F32-A9A17CBD32BF}" presName="parentText" presStyleLbl="node1" presStyleIdx="2" presStyleCnt="3">
        <dgm:presLayoutVars>
          <dgm:chMax val="0"/>
          <dgm:bulletEnabled val="1"/>
        </dgm:presLayoutVars>
      </dgm:prSet>
      <dgm:spPr/>
    </dgm:pt>
  </dgm:ptLst>
  <dgm:cxnLst>
    <dgm:cxn modelId="{08D2B107-3F45-453E-959F-A9559D002512}" srcId="{B4C4C0C4-B237-491F-A71F-F34EB773B156}" destId="{0440A821-727B-49BD-8F32-A9A17CBD32BF}" srcOrd="2" destOrd="0" parTransId="{1ADC22F2-A218-456A-B9EC-A4BBBD041DA5}" sibTransId="{B65B494C-3772-440B-8942-1C5665AF7BA0}"/>
    <dgm:cxn modelId="{D052E414-1E00-4992-9A0E-EF04D236C3E3}" type="presOf" srcId="{0440A821-727B-49BD-8F32-A9A17CBD32BF}" destId="{76F2F520-9A8D-4A49-BEDA-C1BCB3D545D7}" srcOrd="0" destOrd="0" presId="urn:microsoft.com/office/officeart/2005/8/layout/vList2"/>
    <dgm:cxn modelId="{8E5A3E21-36E4-462C-9A11-38256F0516F7}" srcId="{B4C4C0C4-B237-491F-A71F-F34EB773B156}" destId="{1CD2F59D-AC01-456E-ACB8-7C4D62390D57}" srcOrd="0" destOrd="0" parTransId="{2683500E-7FEA-480F-BD6B-C40B997ED86B}" sibTransId="{FD13A82E-CE02-4027-9F37-0342FE65837B}"/>
    <dgm:cxn modelId="{623FCB47-A9AD-464E-A847-2B97CC96671D}" srcId="{B4C4C0C4-B237-491F-A71F-F34EB773B156}" destId="{54675E85-CCFC-4079-9E8A-509A39FF05B2}" srcOrd="1" destOrd="0" parTransId="{DD7BEC9B-F47C-4E93-97E2-B525F1D6C53C}" sibTransId="{C3F04696-8C73-4A16-B442-81912A5DC0C9}"/>
    <dgm:cxn modelId="{266EFB8C-68CC-42CB-ACE9-6524865B9B57}" type="presOf" srcId="{54675E85-CCFC-4079-9E8A-509A39FF05B2}" destId="{43B13FDA-0888-42CD-A5CA-FD394E0C8B56}" srcOrd="0" destOrd="0" presId="urn:microsoft.com/office/officeart/2005/8/layout/vList2"/>
    <dgm:cxn modelId="{FF2B66BB-6324-417C-88AF-8CCD4BDF1ACE}" type="presOf" srcId="{1CD2F59D-AC01-456E-ACB8-7C4D62390D57}" destId="{3B8A7FC7-B2A2-464B-B8A6-3EEDFFF1BC90}" srcOrd="0" destOrd="0" presId="urn:microsoft.com/office/officeart/2005/8/layout/vList2"/>
    <dgm:cxn modelId="{9187D7DE-E516-4625-A68A-01938941AB41}" type="presOf" srcId="{B4C4C0C4-B237-491F-A71F-F34EB773B156}" destId="{F3F665D4-6E51-44A3-80AB-7BABE44225F7}" srcOrd="0" destOrd="0" presId="urn:microsoft.com/office/officeart/2005/8/layout/vList2"/>
    <dgm:cxn modelId="{4C011DD9-8BBA-46E7-A55E-096862B17916}" type="presParOf" srcId="{F3F665D4-6E51-44A3-80AB-7BABE44225F7}" destId="{3B8A7FC7-B2A2-464B-B8A6-3EEDFFF1BC90}" srcOrd="0" destOrd="0" presId="urn:microsoft.com/office/officeart/2005/8/layout/vList2"/>
    <dgm:cxn modelId="{7125A295-4E20-46FE-A4AC-3A9CDB785EE5}" type="presParOf" srcId="{F3F665D4-6E51-44A3-80AB-7BABE44225F7}" destId="{9BCCFD97-8031-4E18-973B-643B423ECF4D}" srcOrd="1" destOrd="0" presId="urn:microsoft.com/office/officeart/2005/8/layout/vList2"/>
    <dgm:cxn modelId="{87E4B9D5-9216-4AD2-97DE-F5A3F7202691}" type="presParOf" srcId="{F3F665D4-6E51-44A3-80AB-7BABE44225F7}" destId="{43B13FDA-0888-42CD-A5CA-FD394E0C8B56}" srcOrd="2" destOrd="0" presId="urn:microsoft.com/office/officeart/2005/8/layout/vList2"/>
    <dgm:cxn modelId="{42E27F2A-0AAB-449A-9E03-391520FD7F34}" type="presParOf" srcId="{F3F665D4-6E51-44A3-80AB-7BABE44225F7}" destId="{194A3CEA-6201-4717-8540-9F360F999EE3}" srcOrd="3" destOrd="0" presId="urn:microsoft.com/office/officeart/2005/8/layout/vList2"/>
    <dgm:cxn modelId="{852D27C6-38C6-431E-B2DE-E7B46D8A2BE0}" type="presParOf" srcId="{F3F665D4-6E51-44A3-80AB-7BABE44225F7}" destId="{76F2F520-9A8D-4A49-BEDA-C1BCB3D545D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7E9ED21-F048-4E10-AF18-1CF8C982D3CA}"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8D080AF4-ED99-4F44-835F-FD9C95C70FD5}">
      <dgm:prSet/>
      <dgm:spPr/>
      <dgm:t>
        <a:bodyPr/>
        <a:lstStyle/>
        <a:p>
          <a:r>
            <a:rPr lang="en-US" b="0" i="0"/>
            <a:t>Productivity: 10 FP per person-month</a:t>
          </a:r>
          <a:endParaRPr lang="en-US"/>
        </a:p>
      </dgm:t>
    </dgm:pt>
    <dgm:pt modelId="{09E9475D-7FAB-4099-804F-774507549D4E}" type="parTrans" cxnId="{47A89324-C8B2-4ABC-92B8-D566B8C0095B}">
      <dgm:prSet/>
      <dgm:spPr/>
      <dgm:t>
        <a:bodyPr/>
        <a:lstStyle/>
        <a:p>
          <a:endParaRPr lang="en-US"/>
        </a:p>
      </dgm:t>
    </dgm:pt>
    <dgm:pt modelId="{654F0A6A-E1F6-4947-A848-DA08E2DDC106}" type="sibTrans" cxnId="{47A89324-C8B2-4ABC-92B8-D566B8C0095B}">
      <dgm:prSet/>
      <dgm:spPr/>
      <dgm:t>
        <a:bodyPr/>
        <a:lstStyle/>
        <a:p>
          <a:endParaRPr lang="en-US"/>
        </a:p>
      </dgm:t>
    </dgm:pt>
    <dgm:pt modelId="{505CEFAC-99F2-425B-9767-4F8B1BB3D925}">
      <dgm:prSet/>
      <dgm:spPr/>
      <dgm:t>
        <a:bodyPr/>
        <a:lstStyle/>
        <a:p>
          <a:r>
            <a:rPr lang="en-US" b="0" i="0"/>
            <a:t>Effort ≈ 147 / 10 = 15 person-months</a:t>
          </a:r>
          <a:endParaRPr lang="en-US"/>
        </a:p>
      </dgm:t>
    </dgm:pt>
    <dgm:pt modelId="{3A29F26B-AA56-4436-BDB4-758E79588627}" type="parTrans" cxnId="{CD80E08D-F384-4404-BB6F-30B00756EEAD}">
      <dgm:prSet/>
      <dgm:spPr/>
      <dgm:t>
        <a:bodyPr/>
        <a:lstStyle/>
        <a:p>
          <a:endParaRPr lang="en-US"/>
        </a:p>
      </dgm:t>
    </dgm:pt>
    <dgm:pt modelId="{C6CF719B-A347-423D-B5AA-6E1EF1CFD12C}" type="sibTrans" cxnId="{CD80E08D-F384-4404-BB6F-30B00756EEAD}">
      <dgm:prSet/>
      <dgm:spPr/>
      <dgm:t>
        <a:bodyPr/>
        <a:lstStyle/>
        <a:p>
          <a:endParaRPr lang="en-US"/>
        </a:p>
      </dgm:t>
    </dgm:pt>
    <dgm:pt modelId="{99CF62DB-16F3-4FED-BF13-345A337EB5D7}">
      <dgm:prSet/>
      <dgm:spPr/>
      <dgm:t>
        <a:bodyPr/>
        <a:lstStyle/>
        <a:p>
          <a:r>
            <a:rPr lang="en-US" b="0" i="0" dirty="0"/>
            <a:t>Team size: 4 developers → ~4 months</a:t>
          </a:r>
          <a:endParaRPr lang="en-US" dirty="0"/>
        </a:p>
      </dgm:t>
    </dgm:pt>
    <dgm:pt modelId="{2DC00E02-1755-4ED4-973E-5EC43065015D}" type="parTrans" cxnId="{D7EC34AF-4D92-416B-A7FD-66EDAD11D274}">
      <dgm:prSet/>
      <dgm:spPr/>
      <dgm:t>
        <a:bodyPr/>
        <a:lstStyle/>
        <a:p>
          <a:endParaRPr lang="en-US"/>
        </a:p>
      </dgm:t>
    </dgm:pt>
    <dgm:pt modelId="{8FCED89B-BB25-4C98-9DB6-B9768A202F07}" type="sibTrans" cxnId="{D7EC34AF-4D92-416B-A7FD-66EDAD11D274}">
      <dgm:prSet/>
      <dgm:spPr/>
      <dgm:t>
        <a:bodyPr/>
        <a:lstStyle/>
        <a:p>
          <a:endParaRPr lang="en-US"/>
        </a:p>
      </dgm:t>
    </dgm:pt>
    <dgm:pt modelId="{DA2BED29-FB73-4F73-967C-42B165C099D4}">
      <dgm:prSet/>
      <dgm:spPr/>
      <dgm:t>
        <a:bodyPr/>
        <a:lstStyle/>
        <a:p>
          <a:r>
            <a:rPr lang="en-US" b="0" i="0" dirty="0"/>
            <a:t>Estimated labor cost ≈ $108,000</a:t>
          </a:r>
          <a:endParaRPr lang="en-US" dirty="0"/>
        </a:p>
      </dgm:t>
    </dgm:pt>
    <dgm:pt modelId="{3034DC34-2C1D-46BB-9853-B89BDBADC1BF}" type="parTrans" cxnId="{88A97EE8-6D54-43B7-B89D-FD019F1CB54B}">
      <dgm:prSet/>
      <dgm:spPr/>
      <dgm:t>
        <a:bodyPr/>
        <a:lstStyle/>
        <a:p>
          <a:endParaRPr lang="en-US"/>
        </a:p>
      </dgm:t>
    </dgm:pt>
    <dgm:pt modelId="{6B348B6F-D0D5-4F82-99B3-BD54FFD0D851}" type="sibTrans" cxnId="{88A97EE8-6D54-43B7-B89D-FD019F1CB54B}">
      <dgm:prSet/>
      <dgm:spPr/>
      <dgm:t>
        <a:bodyPr/>
        <a:lstStyle/>
        <a:p>
          <a:endParaRPr lang="en-US"/>
        </a:p>
      </dgm:t>
    </dgm:pt>
    <dgm:pt modelId="{852D2317-1635-40A3-A783-387D7CB63F2A}" type="pres">
      <dgm:prSet presAssocID="{C7E9ED21-F048-4E10-AF18-1CF8C982D3CA}" presName="vert0" presStyleCnt="0">
        <dgm:presLayoutVars>
          <dgm:dir/>
          <dgm:animOne val="branch"/>
          <dgm:animLvl val="lvl"/>
        </dgm:presLayoutVars>
      </dgm:prSet>
      <dgm:spPr/>
    </dgm:pt>
    <dgm:pt modelId="{8029EED3-4D69-48DF-A261-AC5C90C3976C}" type="pres">
      <dgm:prSet presAssocID="{8D080AF4-ED99-4F44-835F-FD9C95C70FD5}" presName="thickLine" presStyleLbl="alignNode1" presStyleIdx="0" presStyleCnt="4"/>
      <dgm:spPr/>
    </dgm:pt>
    <dgm:pt modelId="{3436521B-833E-48E5-87D8-743B37456982}" type="pres">
      <dgm:prSet presAssocID="{8D080AF4-ED99-4F44-835F-FD9C95C70FD5}" presName="horz1" presStyleCnt="0"/>
      <dgm:spPr/>
    </dgm:pt>
    <dgm:pt modelId="{FC11DB45-8EC9-44E9-8E51-8C94E89FDBD5}" type="pres">
      <dgm:prSet presAssocID="{8D080AF4-ED99-4F44-835F-FD9C95C70FD5}" presName="tx1" presStyleLbl="revTx" presStyleIdx="0" presStyleCnt="4"/>
      <dgm:spPr/>
    </dgm:pt>
    <dgm:pt modelId="{4E457656-A969-4734-BAAB-B60AA0081918}" type="pres">
      <dgm:prSet presAssocID="{8D080AF4-ED99-4F44-835F-FD9C95C70FD5}" presName="vert1" presStyleCnt="0"/>
      <dgm:spPr/>
    </dgm:pt>
    <dgm:pt modelId="{EAE6503F-C344-48CE-ADB6-7EC8077139B4}" type="pres">
      <dgm:prSet presAssocID="{505CEFAC-99F2-425B-9767-4F8B1BB3D925}" presName="thickLine" presStyleLbl="alignNode1" presStyleIdx="1" presStyleCnt="4"/>
      <dgm:spPr/>
    </dgm:pt>
    <dgm:pt modelId="{2A4FEC74-5580-42B2-BABB-39204B1324BF}" type="pres">
      <dgm:prSet presAssocID="{505CEFAC-99F2-425B-9767-4F8B1BB3D925}" presName="horz1" presStyleCnt="0"/>
      <dgm:spPr/>
    </dgm:pt>
    <dgm:pt modelId="{FEA0FC02-A04A-4372-846B-1FECFD1663DA}" type="pres">
      <dgm:prSet presAssocID="{505CEFAC-99F2-425B-9767-4F8B1BB3D925}" presName="tx1" presStyleLbl="revTx" presStyleIdx="1" presStyleCnt="4"/>
      <dgm:spPr/>
    </dgm:pt>
    <dgm:pt modelId="{B08080AC-2895-4A7A-9B95-1508ADC46B38}" type="pres">
      <dgm:prSet presAssocID="{505CEFAC-99F2-425B-9767-4F8B1BB3D925}" presName="vert1" presStyleCnt="0"/>
      <dgm:spPr/>
    </dgm:pt>
    <dgm:pt modelId="{0C8F4C71-D6B3-4A21-A4C1-4537DF6ABC3F}" type="pres">
      <dgm:prSet presAssocID="{99CF62DB-16F3-4FED-BF13-345A337EB5D7}" presName="thickLine" presStyleLbl="alignNode1" presStyleIdx="2" presStyleCnt="4"/>
      <dgm:spPr/>
    </dgm:pt>
    <dgm:pt modelId="{E476DDB3-2A16-451F-93E0-046130D8F72E}" type="pres">
      <dgm:prSet presAssocID="{99CF62DB-16F3-4FED-BF13-345A337EB5D7}" presName="horz1" presStyleCnt="0"/>
      <dgm:spPr/>
    </dgm:pt>
    <dgm:pt modelId="{DADB5EB4-1A1C-4111-AC37-5AE843A7FFD1}" type="pres">
      <dgm:prSet presAssocID="{99CF62DB-16F3-4FED-BF13-345A337EB5D7}" presName="tx1" presStyleLbl="revTx" presStyleIdx="2" presStyleCnt="4"/>
      <dgm:spPr/>
    </dgm:pt>
    <dgm:pt modelId="{3E4C0C13-E364-4F14-A671-0B94B8BBC7AF}" type="pres">
      <dgm:prSet presAssocID="{99CF62DB-16F3-4FED-BF13-345A337EB5D7}" presName="vert1" presStyleCnt="0"/>
      <dgm:spPr/>
    </dgm:pt>
    <dgm:pt modelId="{3EC297E4-985B-4365-AF31-96FF7F1532BA}" type="pres">
      <dgm:prSet presAssocID="{DA2BED29-FB73-4F73-967C-42B165C099D4}" presName="thickLine" presStyleLbl="alignNode1" presStyleIdx="3" presStyleCnt="4"/>
      <dgm:spPr/>
    </dgm:pt>
    <dgm:pt modelId="{9964ED1F-33AD-4FF4-ABBF-2C8072BACD37}" type="pres">
      <dgm:prSet presAssocID="{DA2BED29-FB73-4F73-967C-42B165C099D4}" presName="horz1" presStyleCnt="0"/>
      <dgm:spPr/>
    </dgm:pt>
    <dgm:pt modelId="{7A26838B-CAF5-4B66-A0BE-9AABCFC17B24}" type="pres">
      <dgm:prSet presAssocID="{DA2BED29-FB73-4F73-967C-42B165C099D4}" presName="tx1" presStyleLbl="revTx" presStyleIdx="3" presStyleCnt="4"/>
      <dgm:spPr/>
    </dgm:pt>
    <dgm:pt modelId="{D5C4FBF4-01E3-4AE3-8D64-29161766B77F}" type="pres">
      <dgm:prSet presAssocID="{DA2BED29-FB73-4F73-967C-42B165C099D4}" presName="vert1" presStyleCnt="0"/>
      <dgm:spPr/>
    </dgm:pt>
  </dgm:ptLst>
  <dgm:cxnLst>
    <dgm:cxn modelId="{1F637E05-10E6-421C-8552-668290F52EE0}" type="presOf" srcId="{505CEFAC-99F2-425B-9767-4F8B1BB3D925}" destId="{FEA0FC02-A04A-4372-846B-1FECFD1663DA}" srcOrd="0" destOrd="0" presId="urn:microsoft.com/office/officeart/2008/layout/LinedList"/>
    <dgm:cxn modelId="{47A89324-C8B2-4ABC-92B8-D566B8C0095B}" srcId="{C7E9ED21-F048-4E10-AF18-1CF8C982D3CA}" destId="{8D080AF4-ED99-4F44-835F-FD9C95C70FD5}" srcOrd="0" destOrd="0" parTransId="{09E9475D-7FAB-4099-804F-774507549D4E}" sibTransId="{654F0A6A-E1F6-4947-A848-DA08E2DDC106}"/>
    <dgm:cxn modelId="{65BC573E-6CA6-4244-A813-EE8EDE3BDBC1}" type="presOf" srcId="{DA2BED29-FB73-4F73-967C-42B165C099D4}" destId="{7A26838B-CAF5-4B66-A0BE-9AABCFC17B24}" srcOrd="0" destOrd="0" presId="urn:microsoft.com/office/officeart/2008/layout/LinedList"/>
    <dgm:cxn modelId="{936D7348-9E1C-4C61-9961-335A4D683665}" type="presOf" srcId="{C7E9ED21-F048-4E10-AF18-1CF8C982D3CA}" destId="{852D2317-1635-40A3-A783-387D7CB63F2A}" srcOrd="0" destOrd="0" presId="urn:microsoft.com/office/officeart/2008/layout/LinedList"/>
    <dgm:cxn modelId="{CD80E08D-F384-4404-BB6F-30B00756EEAD}" srcId="{C7E9ED21-F048-4E10-AF18-1CF8C982D3CA}" destId="{505CEFAC-99F2-425B-9767-4F8B1BB3D925}" srcOrd="1" destOrd="0" parTransId="{3A29F26B-AA56-4436-BDB4-758E79588627}" sibTransId="{C6CF719B-A347-423D-B5AA-6E1EF1CFD12C}"/>
    <dgm:cxn modelId="{24E4B397-6CE3-437E-97F7-876953D5B38E}" type="presOf" srcId="{99CF62DB-16F3-4FED-BF13-345A337EB5D7}" destId="{DADB5EB4-1A1C-4111-AC37-5AE843A7FFD1}" srcOrd="0" destOrd="0" presId="urn:microsoft.com/office/officeart/2008/layout/LinedList"/>
    <dgm:cxn modelId="{D7EC34AF-4D92-416B-A7FD-66EDAD11D274}" srcId="{C7E9ED21-F048-4E10-AF18-1CF8C982D3CA}" destId="{99CF62DB-16F3-4FED-BF13-345A337EB5D7}" srcOrd="2" destOrd="0" parTransId="{2DC00E02-1755-4ED4-973E-5EC43065015D}" sibTransId="{8FCED89B-BB25-4C98-9DB6-B9768A202F07}"/>
    <dgm:cxn modelId="{88A97EE8-6D54-43B7-B89D-FD019F1CB54B}" srcId="{C7E9ED21-F048-4E10-AF18-1CF8C982D3CA}" destId="{DA2BED29-FB73-4F73-967C-42B165C099D4}" srcOrd="3" destOrd="0" parTransId="{3034DC34-2C1D-46BB-9853-B89BDBADC1BF}" sibTransId="{6B348B6F-D0D5-4F82-99B3-BD54FFD0D851}"/>
    <dgm:cxn modelId="{5CAFE2F0-1B90-4FD7-A7D8-560331E8DA08}" type="presOf" srcId="{8D080AF4-ED99-4F44-835F-FD9C95C70FD5}" destId="{FC11DB45-8EC9-44E9-8E51-8C94E89FDBD5}" srcOrd="0" destOrd="0" presId="urn:microsoft.com/office/officeart/2008/layout/LinedList"/>
    <dgm:cxn modelId="{01397B8F-F37F-48B3-A5C2-4BF12F8545CC}" type="presParOf" srcId="{852D2317-1635-40A3-A783-387D7CB63F2A}" destId="{8029EED3-4D69-48DF-A261-AC5C90C3976C}" srcOrd="0" destOrd="0" presId="urn:microsoft.com/office/officeart/2008/layout/LinedList"/>
    <dgm:cxn modelId="{89AACC54-F4B9-4F46-B321-B78E2AA246F1}" type="presParOf" srcId="{852D2317-1635-40A3-A783-387D7CB63F2A}" destId="{3436521B-833E-48E5-87D8-743B37456982}" srcOrd="1" destOrd="0" presId="urn:microsoft.com/office/officeart/2008/layout/LinedList"/>
    <dgm:cxn modelId="{36A06A82-8678-46B8-A69E-30EA47722C0B}" type="presParOf" srcId="{3436521B-833E-48E5-87D8-743B37456982}" destId="{FC11DB45-8EC9-44E9-8E51-8C94E89FDBD5}" srcOrd="0" destOrd="0" presId="urn:microsoft.com/office/officeart/2008/layout/LinedList"/>
    <dgm:cxn modelId="{C5494E8B-452C-4261-AD4D-575DBDB256E1}" type="presParOf" srcId="{3436521B-833E-48E5-87D8-743B37456982}" destId="{4E457656-A969-4734-BAAB-B60AA0081918}" srcOrd="1" destOrd="0" presId="urn:microsoft.com/office/officeart/2008/layout/LinedList"/>
    <dgm:cxn modelId="{385AA9DE-1330-4A67-824B-AD1599B877B4}" type="presParOf" srcId="{852D2317-1635-40A3-A783-387D7CB63F2A}" destId="{EAE6503F-C344-48CE-ADB6-7EC8077139B4}" srcOrd="2" destOrd="0" presId="urn:microsoft.com/office/officeart/2008/layout/LinedList"/>
    <dgm:cxn modelId="{F8E64E18-50DD-4293-89BD-DA8C5EEF6825}" type="presParOf" srcId="{852D2317-1635-40A3-A783-387D7CB63F2A}" destId="{2A4FEC74-5580-42B2-BABB-39204B1324BF}" srcOrd="3" destOrd="0" presId="urn:microsoft.com/office/officeart/2008/layout/LinedList"/>
    <dgm:cxn modelId="{EBE7E335-F3E4-4B49-9FF3-5CA6D05B402F}" type="presParOf" srcId="{2A4FEC74-5580-42B2-BABB-39204B1324BF}" destId="{FEA0FC02-A04A-4372-846B-1FECFD1663DA}" srcOrd="0" destOrd="0" presId="urn:microsoft.com/office/officeart/2008/layout/LinedList"/>
    <dgm:cxn modelId="{B30547EC-AD26-4FE8-A4ED-96E611AFE485}" type="presParOf" srcId="{2A4FEC74-5580-42B2-BABB-39204B1324BF}" destId="{B08080AC-2895-4A7A-9B95-1508ADC46B38}" srcOrd="1" destOrd="0" presId="urn:microsoft.com/office/officeart/2008/layout/LinedList"/>
    <dgm:cxn modelId="{FE1858EA-73DB-47C9-AA36-3DF2556C7A69}" type="presParOf" srcId="{852D2317-1635-40A3-A783-387D7CB63F2A}" destId="{0C8F4C71-D6B3-4A21-A4C1-4537DF6ABC3F}" srcOrd="4" destOrd="0" presId="urn:microsoft.com/office/officeart/2008/layout/LinedList"/>
    <dgm:cxn modelId="{18DDBA3F-186E-48BF-9FDD-1C55738C11DD}" type="presParOf" srcId="{852D2317-1635-40A3-A783-387D7CB63F2A}" destId="{E476DDB3-2A16-451F-93E0-046130D8F72E}" srcOrd="5" destOrd="0" presId="urn:microsoft.com/office/officeart/2008/layout/LinedList"/>
    <dgm:cxn modelId="{9CD29BC0-66C5-4909-96A8-00FAAA626774}" type="presParOf" srcId="{E476DDB3-2A16-451F-93E0-046130D8F72E}" destId="{DADB5EB4-1A1C-4111-AC37-5AE843A7FFD1}" srcOrd="0" destOrd="0" presId="urn:microsoft.com/office/officeart/2008/layout/LinedList"/>
    <dgm:cxn modelId="{CF3331A3-7470-4E28-B439-BECB6F64887D}" type="presParOf" srcId="{E476DDB3-2A16-451F-93E0-046130D8F72E}" destId="{3E4C0C13-E364-4F14-A671-0B94B8BBC7AF}" srcOrd="1" destOrd="0" presId="urn:microsoft.com/office/officeart/2008/layout/LinedList"/>
    <dgm:cxn modelId="{4282E5DB-F2D3-489C-9B5A-2344B7B25333}" type="presParOf" srcId="{852D2317-1635-40A3-A783-387D7CB63F2A}" destId="{3EC297E4-985B-4365-AF31-96FF7F1532BA}" srcOrd="6" destOrd="0" presId="urn:microsoft.com/office/officeart/2008/layout/LinedList"/>
    <dgm:cxn modelId="{10EB7239-3B94-42E2-A677-D9D617B06260}" type="presParOf" srcId="{852D2317-1635-40A3-A783-387D7CB63F2A}" destId="{9964ED1F-33AD-4FF4-ABBF-2C8072BACD37}" srcOrd="7" destOrd="0" presId="urn:microsoft.com/office/officeart/2008/layout/LinedList"/>
    <dgm:cxn modelId="{44AE03CC-0A5A-4ED4-8571-F26B712BB8B2}" type="presParOf" srcId="{9964ED1F-33AD-4FF4-ABBF-2C8072BACD37}" destId="{7A26838B-CAF5-4B66-A0BE-9AABCFC17B24}" srcOrd="0" destOrd="0" presId="urn:microsoft.com/office/officeart/2008/layout/LinedList"/>
    <dgm:cxn modelId="{D606F265-0913-45E5-A21C-BD7D9C5F7817}" type="presParOf" srcId="{9964ED1F-33AD-4FF4-ABBF-2C8072BACD37}" destId="{D5C4FBF4-01E3-4AE3-8D64-29161766B77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EF2AF8C-3920-4473-BBCF-7FC548563668}" type="doc">
      <dgm:prSet loTypeId="urn:microsoft.com/office/officeart/2018/2/layout/IconLabelList" loCatId="icon" qsTypeId="urn:microsoft.com/office/officeart/2005/8/quickstyle/simple1" qsCatId="simple" csTypeId="urn:microsoft.com/office/officeart/2018/5/colors/Iconchunking_neutralbg_accent6_2" csCatId="accent6" phldr="1"/>
      <dgm:spPr/>
      <dgm:t>
        <a:bodyPr/>
        <a:lstStyle/>
        <a:p>
          <a:endParaRPr lang="en-US"/>
        </a:p>
      </dgm:t>
    </dgm:pt>
    <dgm:pt modelId="{82DD5673-C087-498B-AE68-59D06E1F3A65}">
      <dgm:prSet/>
      <dgm:spPr/>
      <dgm:t>
        <a:bodyPr/>
        <a:lstStyle/>
        <a:p>
          <a:pPr>
            <a:lnSpc>
              <a:spcPct val="100000"/>
            </a:lnSpc>
          </a:pPr>
          <a:r>
            <a:rPr lang="en-US" b="0" i="0"/>
            <a:t>Cloud server: $720</a:t>
          </a:r>
          <a:endParaRPr lang="en-US"/>
        </a:p>
      </dgm:t>
    </dgm:pt>
    <dgm:pt modelId="{73FAB8CA-C67F-43DA-9324-DEF0693E55A1}" type="parTrans" cxnId="{6519DF18-2BB8-42C6-8C41-FCE7B72C0E6C}">
      <dgm:prSet/>
      <dgm:spPr/>
      <dgm:t>
        <a:bodyPr/>
        <a:lstStyle/>
        <a:p>
          <a:endParaRPr lang="en-US"/>
        </a:p>
      </dgm:t>
    </dgm:pt>
    <dgm:pt modelId="{20BF584C-BBFE-45F0-89E8-688CFFFE902C}" type="sibTrans" cxnId="{6519DF18-2BB8-42C6-8C41-FCE7B72C0E6C}">
      <dgm:prSet/>
      <dgm:spPr/>
      <dgm:t>
        <a:bodyPr/>
        <a:lstStyle/>
        <a:p>
          <a:endParaRPr lang="en-US"/>
        </a:p>
      </dgm:t>
    </dgm:pt>
    <dgm:pt modelId="{BE02CCFC-8C3C-4363-BD4C-7BC3490539F9}">
      <dgm:prSet/>
      <dgm:spPr/>
      <dgm:t>
        <a:bodyPr/>
        <a:lstStyle/>
        <a:p>
          <a:pPr>
            <a:lnSpc>
              <a:spcPct val="100000"/>
            </a:lnSpc>
          </a:pPr>
          <a:r>
            <a:rPr lang="en-US" b="0" i="0"/>
            <a:t>Cloud storage: $300</a:t>
          </a:r>
          <a:endParaRPr lang="en-US"/>
        </a:p>
      </dgm:t>
    </dgm:pt>
    <dgm:pt modelId="{2B179057-833B-4732-B87C-D1F63BFFA0DD}" type="parTrans" cxnId="{FC2698E7-4653-465B-9A56-2EA663379896}">
      <dgm:prSet/>
      <dgm:spPr/>
      <dgm:t>
        <a:bodyPr/>
        <a:lstStyle/>
        <a:p>
          <a:endParaRPr lang="en-US"/>
        </a:p>
      </dgm:t>
    </dgm:pt>
    <dgm:pt modelId="{0AF2F45C-5A84-42BD-8F66-2076384F5631}" type="sibTrans" cxnId="{FC2698E7-4653-465B-9A56-2EA663379896}">
      <dgm:prSet/>
      <dgm:spPr/>
      <dgm:t>
        <a:bodyPr/>
        <a:lstStyle/>
        <a:p>
          <a:endParaRPr lang="en-US"/>
        </a:p>
      </dgm:t>
    </dgm:pt>
    <dgm:pt modelId="{CC877D4D-507D-45CA-9D03-A9CD816D7CEC}">
      <dgm:prSet/>
      <dgm:spPr/>
      <dgm:t>
        <a:bodyPr/>
        <a:lstStyle/>
        <a:p>
          <a:pPr>
            <a:lnSpc>
              <a:spcPct val="100000"/>
            </a:lnSpc>
          </a:pPr>
          <a:r>
            <a:rPr lang="en-US" b="0" i="0"/>
            <a:t>Load balancer/traffic: $450</a:t>
          </a:r>
          <a:endParaRPr lang="en-US"/>
        </a:p>
      </dgm:t>
    </dgm:pt>
    <dgm:pt modelId="{B5FED801-8404-416F-BE6D-04A5DC053623}" type="parTrans" cxnId="{34EC3B83-E3F3-4F54-AA49-040486167609}">
      <dgm:prSet/>
      <dgm:spPr/>
      <dgm:t>
        <a:bodyPr/>
        <a:lstStyle/>
        <a:p>
          <a:endParaRPr lang="en-US"/>
        </a:p>
      </dgm:t>
    </dgm:pt>
    <dgm:pt modelId="{6493D700-1694-4011-9735-F3904376DDD0}" type="sibTrans" cxnId="{34EC3B83-E3F3-4F54-AA49-040486167609}">
      <dgm:prSet/>
      <dgm:spPr/>
      <dgm:t>
        <a:bodyPr/>
        <a:lstStyle/>
        <a:p>
          <a:endParaRPr lang="en-US"/>
        </a:p>
      </dgm:t>
    </dgm:pt>
    <dgm:pt modelId="{CA0D7639-5205-42B3-9788-67E469A42416}">
      <dgm:prSet/>
      <dgm:spPr/>
      <dgm:t>
        <a:bodyPr/>
        <a:lstStyle/>
        <a:p>
          <a:pPr>
            <a:lnSpc>
              <a:spcPct val="100000"/>
            </a:lnSpc>
          </a:pPr>
          <a:r>
            <a:rPr lang="en-US" b="0" i="0"/>
            <a:t>Backup systems: $180</a:t>
          </a:r>
          <a:endParaRPr lang="en-US"/>
        </a:p>
      </dgm:t>
    </dgm:pt>
    <dgm:pt modelId="{C67A1EB6-3665-459F-A9E3-E662AD9081DB}" type="parTrans" cxnId="{11BB8CC6-13A0-4430-8899-8637FC9D3992}">
      <dgm:prSet/>
      <dgm:spPr/>
      <dgm:t>
        <a:bodyPr/>
        <a:lstStyle/>
        <a:p>
          <a:endParaRPr lang="en-US"/>
        </a:p>
      </dgm:t>
    </dgm:pt>
    <dgm:pt modelId="{E8FB2E9F-83A5-4B31-B055-76C0A5C0D17B}" type="sibTrans" cxnId="{11BB8CC6-13A0-4430-8899-8637FC9D3992}">
      <dgm:prSet/>
      <dgm:spPr/>
      <dgm:t>
        <a:bodyPr/>
        <a:lstStyle/>
        <a:p>
          <a:endParaRPr lang="en-US"/>
        </a:p>
      </dgm:t>
    </dgm:pt>
    <dgm:pt modelId="{C82AB9BF-86FC-49C0-94C3-5F180B55FE15}">
      <dgm:prSet/>
      <dgm:spPr/>
      <dgm:t>
        <a:bodyPr/>
        <a:lstStyle/>
        <a:p>
          <a:pPr>
            <a:lnSpc>
              <a:spcPct val="100000"/>
            </a:lnSpc>
          </a:pPr>
          <a:r>
            <a:rPr lang="en-US" b="0" i="0"/>
            <a:t>Total: $1,650</a:t>
          </a:r>
          <a:endParaRPr lang="en-US"/>
        </a:p>
      </dgm:t>
    </dgm:pt>
    <dgm:pt modelId="{3FE46B65-11B7-4B96-B27A-642BB16D56A4}" type="parTrans" cxnId="{2AC34584-B4A9-4630-BECF-547517DB4C7E}">
      <dgm:prSet/>
      <dgm:spPr/>
      <dgm:t>
        <a:bodyPr/>
        <a:lstStyle/>
        <a:p>
          <a:endParaRPr lang="en-US"/>
        </a:p>
      </dgm:t>
    </dgm:pt>
    <dgm:pt modelId="{AE6CE3F8-E326-4626-9987-92D91C64DA8D}" type="sibTrans" cxnId="{2AC34584-B4A9-4630-BECF-547517DB4C7E}">
      <dgm:prSet/>
      <dgm:spPr/>
      <dgm:t>
        <a:bodyPr/>
        <a:lstStyle/>
        <a:p>
          <a:endParaRPr lang="en-US"/>
        </a:p>
      </dgm:t>
    </dgm:pt>
    <dgm:pt modelId="{CCDE4E7C-2626-4FBA-BED1-63AD6F0C74AA}" type="pres">
      <dgm:prSet presAssocID="{2EF2AF8C-3920-4473-BBCF-7FC548563668}" presName="root" presStyleCnt="0">
        <dgm:presLayoutVars>
          <dgm:dir/>
          <dgm:resizeHandles val="exact"/>
        </dgm:presLayoutVars>
      </dgm:prSet>
      <dgm:spPr/>
    </dgm:pt>
    <dgm:pt modelId="{675763AE-8DB4-4544-B649-EC1EB6AC8A48}" type="pres">
      <dgm:prSet presAssocID="{82DD5673-C087-498B-AE68-59D06E1F3A65}" presName="compNode" presStyleCnt="0"/>
      <dgm:spPr/>
    </dgm:pt>
    <dgm:pt modelId="{5F69A09F-86BD-43B6-BD28-7ECE18AB02BC}" type="pres">
      <dgm:prSet presAssocID="{82DD5673-C087-498B-AE68-59D06E1F3A6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C2C23D12-A173-4B1A-B191-4E4951088F23}" type="pres">
      <dgm:prSet presAssocID="{82DD5673-C087-498B-AE68-59D06E1F3A65}" presName="spaceRect" presStyleCnt="0"/>
      <dgm:spPr/>
    </dgm:pt>
    <dgm:pt modelId="{32945A6B-45C5-409D-BC4F-ABFE71D22486}" type="pres">
      <dgm:prSet presAssocID="{82DD5673-C087-498B-AE68-59D06E1F3A65}" presName="textRect" presStyleLbl="revTx" presStyleIdx="0" presStyleCnt="5">
        <dgm:presLayoutVars>
          <dgm:chMax val="1"/>
          <dgm:chPref val="1"/>
        </dgm:presLayoutVars>
      </dgm:prSet>
      <dgm:spPr/>
    </dgm:pt>
    <dgm:pt modelId="{E2E97752-53C2-411E-8C2B-C417DF1EC3F8}" type="pres">
      <dgm:prSet presAssocID="{20BF584C-BBFE-45F0-89E8-688CFFFE902C}" presName="sibTrans" presStyleCnt="0"/>
      <dgm:spPr/>
    </dgm:pt>
    <dgm:pt modelId="{D8E9E2AB-F68E-4E04-8254-49FDF955843B}" type="pres">
      <dgm:prSet presAssocID="{BE02CCFC-8C3C-4363-BD4C-7BC3490539F9}" presName="compNode" presStyleCnt="0"/>
      <dgm:spPr/>
    </dgm:pt>
    <dgm:pt modelId="{5607BA10-F2D1-46F2-83C0-AE68F8DACF79}" type="pres">
      <dgm:prSet presAssocID="{BE02CCFC-8C3C-4363-BD4C-7BC3490539F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me"/>
        </a:ext>
      </dgm:extLst>
    </dgm:pt>
    <dgm:pt modelId="{0B19C5B9-6A7A-40D9-BA77-2E1A2AB8C826}" type="pres">
      <dgm:prSet presAssocID="{BE02CCFC-8C3C-4363-BD4C-7BC3490539F9}" presName="spaceRect" presStyleCnt="0"/>
      <dgm:spPr/>
    </dgm:pt>
    <dgm:pt modelId="{814F2CBC-D285-4591-BC04-5BF429E27E33}" type="pres">
      <dgm:prSet presAssocID="{BE02CCFC-8C3C-4363-BD4C-7BC3490539F9}" presName="textRect" presStyleLbl="revTx" presStyleIdx="1" presStyleCnt="5">
        <dgm:presLayoutVars>
          <dgm:chMax val="1"/>
          <dgm:chPref val="1"/>
        </dgm:presLayoutVars>
      </dgm:prSet>
      <dgm:spPr/>
    </dgm:pt>
    <dgm:pt modelId="{AEC32769-48E4-46FE-9C41-A5D4B37A882F}" type="pres">
      <dgm:prSet presAssocID="{0AF2F45C-5A84-42BD-8F66-2076384F5631}" presName="sibTrans" presStyleCnt="0"/>
      <dgm:spPr/>
    </dgm:pt>
    <dgm:pt modelId="{994B92F9-3839-48C6-A483-0AC9236D5D93}" type="pres">
      <dgm:prSet presAssocID="{CC877D4D-507D-45CA-9D03-A9CD816D7CEC}" presName="compNode" presStyleCnt="0"/>
      <dgm:spPr/>
    </dgm:pt>
    <dgm:pt modelId="{1BB6BA10-36ED-44DE-BD6C-781D4535F747}" type="pres">
      <dgm:prSet presAssocID="{CC877D4D-507D-45CA-9D03-A9CD816D7CE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ump truck"/>
        </a:ext>
      </dgm:extLst>
    </dgm:pt>
    <dgm:pt modelId="{180CDC84-1231-42E7-A369-540FBBD22796}" type="pres">
      <dgm:prSet presAssocID="{CC877D4D-507D-45CA-9D03-A9CD816D7CEC}" presName="spaceRect" presStyleCnt="0"/>
      <dgm:spPr/>
    </dgm:pt>
    <dgm:pt modelId="{3B4C2360-37E6-47F7-AD36-D14F4948AC3D}" type="pres">
      <dgm:prSet presAssocID="{CC877D4D-507D-45CA-9D03-A9CD816D7CEC}" presName="textRect" presStyleLbl="revTx" presStyleIdx="2" presStyleCnt="5">
        <dgm:presLayoutVars>
          <dgm:chMax val="1"/>
          <dgm:chPref val="1"/>
        </dgm:presLayoutVars>
      </dgm:prSet>
      <dgm:spPr/>
    </dgm:pt>
    <dgm:pt modelId="{2FD3FDEF-15B5-47C8-8D3B-1C883AB9151C}" type="pres">
      <dgm:prSet presAssocID="{6493D700-1694-4011-9735-F3904376DDD0}" presName="sibTrans" presStyleCnt="0"/>
      <dgm:spPr/>
    </dgm:pt>
    <dgm:pt modelId="{EAE37990-C58A-4C6E-8FCE-D9491839ABBA}" type="pres">
      <dgm:prSet presAssocID="{CA0D7639-5205-42B3-9788-67E469A42416}" presName="compNode" presStyleCnt="0"/>
      <dgm:spPr/>
    </dgm:pt>
    <dgm:pt modelId="{03F54093-D2B4-4E03-90DF-6094010409F0}" type="pres">
      <dgm:prSet presAssocID="{CA0D7639-5205-42B3-9788-67E469A424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k"/>
        </a:ext>
      </dgm:extLst>
    </dgm:pt>
    <dgm:pt modelId="{151529F5-6DEC-458E-89E9-0A8D285312B7}" type="pres">
      <dgm:prSet presAssocID="{CA0D7639-5205-42B3-9788-67E469A42416}" presName="spaceRect" presStyleCnt="0"/>
      <dgm:spPr/>
    </dgm:pt>
    <dgm:pt modelId="{46759984-4265-44BC-83AA-A524F34532B4}" type="pres">
      <dgm:prSet presAssocID="{CA0D7639-5205-42B3-9788-67E469A42416}" presName="textRect" presStyleLbl="revTx" presStyleIdx="3" presStyleCnt="5">
        <dgm:presLayoutVars>
          <dgm:chMax val="1"/>
          <dgm:chPref val="1"/>
        </dgm:presLayoutVars>
      </dgm:prSet>
      <dgm:spPr/>
    </dgm:pt>
    <dgm:pt modelId="{3C0BD9D2-675E-4A20-A3E3-CA1295952A2C}" type="pres">
      <dgm:prSet presAssocID="{E8FB2E9F-83A5-4B31-B055-76C0A5C0D17B}" presName="sibTrans" presStyleCnt="0"/>
      <dgm:spPr/>
    </dgm:pt>
    <dgm:pt modelId="{9BBF522C-E7FC-48DC-93DE-2D5B13DDE025}" type="pres">
      <dgm:prSet presAssocID="{C82AB9BF-86FC-49C0-94C3-5F180B55FE15}" presName="compNode" presStyleCnt="0"/>
      <dgm:spPr/>
    </dgm:pt>
    <dgm:pt modelId="{2F01D948-E008-4B04-B324-040341CCF946}" type="pres">
      <dgm:prSet presAssocID="{C82AB9BF-86FC-49C0-94C3-5F180B55FE1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a:ext>
      </dgm:extLst>
    </dgm:pt>
    <dgm:pt modelId="{324DE4C1-94F0-45E6-BB9C-00DFBB5F176A}" type="pres">
      <dgm:prSet presAssocID="{C82AB9BF-86FC-49C0-94C3-5F180B55FE15}" presName="spaceRect" presStyleCnt="0"/>
      <dgm:spPr/>
    </dgm:pt>
    <dgm:pt modelId="{D1EA7806-F982-4D27-9128-13534638E11B}" type="pres">
      <dgm:prSet presAssocID="{C82AB9BF-86FC-49C0-94C3-5F180B55FE15}" presName="textRect" presStyleLbl="revTx" presStyleIdx="4" presStyleCnt="5">
        <dgm:presLayoutVars>
          <dgm:chMax val="1"/>
          <dgm:chPref val="1"/>
        </dgm:presLayoutVars>
      </dgm:prSet>
      <dgm:spPr/>
    </dgm:pt>
  </dgm:ptLst>
  <dgm:cxnLst>
    <dgm:cxn modelId="{6519DF18-2BB8-42C6-8C41-FCE7B72C0E6C}" srcId="{2EF2AF8C-3920-4473-BBCF-7FC548563668}" destId="{82DD5673-C087-498B-AE68-59D06E1F3A65}" srcOrd="0" destOrd="0" parTransId="{73FAB8CA-C67F-43DA-9324-DEF0693E55A1}" sibTransId="{20BF584C-BBFE-45F0-89E8-688CFFFE902C}"/>
    <dgm:cxn modelId="{2B9FF71D-B92A-4E4F-9FD9-AABC31B2B6E6}" type="presOf" srcId="{2EF2AF8C-3920-4473-BBCF-7FC548563668}" destId="{CCDE4E7C-2626-4FBA-BED1-63AD6F0C74AA}" srcOrd="0" destOrd="0" presId="urn:microsoft.com/office/officeart/2018/2/layout/IconLabelList"/>
    <dgm:cxn modelId="{A5C36F3F-56D3-48EB-995B-D0D2224ABA30}" type="presOf" srcId="{CA0D7639-5205-42B3-9788-67E469A42416}" destId="{46759984-4265-44BC-83AA-A524F34532B4}" srcOrd="0" destOrd="0" presId="urn:microsoft.com/office/officeart/2018/2/layout/IconLabelList"/>
    <dgm:cxn modelId="{749CC63F-F1E6-4D25-81F7-4E21F453429C}" type="presOf" srcId="{C82AB9BF-86FC-49C0-94C3-5F180B55FE15}" destId="{D1EA7806-F982-4D27-9128-13534638E11B}" srcOrd="0" destOrd="0" presId="urn:microsoft.com/office/officeart/2018/2/layout/IconLabelList"/>
    <dgm:cxn modelId="{A7A55066-7BF7-4F97-8CD2-75DAFF5035AE}" type="presOf" srcId="{CC877D4D-507D-45CA-9D03-A9CD816D7CEC}" destId="{3B4C2360-37E6-47F7-AD36-D14F4948AC3D}" srcOrd="0" destOrd="0" presId="urn:microsoft.com/office/officeart/2018/2/layout/IconLabelList"/>
    <dgm:cxn modelId="{370C276B-DF61-429E-9070-831EA691F73F}" type="presOf" srcId="{BE02CCFC-8C3C-4363-BD4C-7BC3490539F9}" destId="{814F2CBC-D285-4591-BC04-5BF429E27E33}" srcOrd="0" destOrd="0" presId="urn:microsoft.com/office/officeart/2018/2/layout/IconLabelList"/>
    <dgm:cxn modelId="{34EC3B83-E3F3-4F54-AA49-040486167609}" srcId="{2EF2AF8C-3920-4473-BBCF-7FC548563668}" destId="{CC877D4D-507D-45CA-9D03-A9CD816D7CEC}" srcOrd="2" destOrd="0" parTransId="{B5FED801-8404-416F-BE6D-04A5DC053623}" sibTransId="{6493D700-1694-4011-9735-F3904376DDD0}"/>
    <dgm:cxn modelId="{2AC34584-B4A9-4630-BECF-547517DB4C7E}" srcId="{2EF2AF8C-3920-4473-BBCF-7FC548563668}" destId="{C82AB9BF-86FC-49C0-94C3-5F180B55FE15}" srcOrd="4" destOrd="0" parTransId="{3FE46B65-11B7-4B96-B27A-642BB16D56A4}" sibTransId="{AE6CE3F8-E326-4626-9987-92D91C64DA8D}"/>
    <dgm:cxn modelId="{605861B3-FA50-450D-8FF3-CF9D5970688C}" type="presOf" srcId="{82DD5673-C087-498B-AE68-59D06E1F3A65}" destId="{32945A6B-45C5-409D-BC4F-ABFE71D22486}" srcOrd="0" destOrd="0" presId="urn:microsoft.com/office/officeart/2018/2/layout/IconLabelList"/>
    <dgm:cxn modelId="{11BB8CC6-13A0-4430-8899-8637FC9D3992}" srcId="{2EF2AF8C-3920-4473-BBCF-7FC548563668}" destId="{CA0D7639-5205-42B3-9788-67E469A42416}" srcOrd="3" destOrd="0" parTransId="{C67A1EB6-3665-459F-A9E3-E662AD9081DB}" sibTransId="{E8FB2E9F-83A5-4B31-B055-76C0A5C0D17B}"/>
    <dgm:cxn modelId="{FC2698E7-4653-465B-9A56-2EA663379896}" srcId="{2EF2AF8C-3920-4473-BBCF-7FC548563668}" destId="{BE02CCFC-8C3C-4363-BD4C-7BC3490539F9}" srcOrd="1" destOrd="0" parTransId="{2B179057-833B-4732-B87C-D1F63BFFA0DD}" sibTransId="{0AF2F45C-5A84-42BD-8F66-2076384F5631}"/>
    <dgm:cxn modelId="{1BB33BD6-EA29-42A6-896F-190C391C48DF}" type="presParOf" srcId="{CCDE4E7C-2626-4FBA-BED1-63AD6F0C74AA}" destId="{675763AE-8DB4-4544-B649-EC1EB6AC8A48}" srcOrd="0" destOrd="0" presId="urn:microsoft.com/office/officeart/2018/2/layout/IconLabelList"/>
    <dgm:cxn modelId="{BB5DA08F-F4C0-4790-87E6-BDE3EA90E62E}" type="presParOf" srcId="{675763AE-8DB4-4544-B649-EC1EB6AC8A48}" destId="{5F69A09F-86BD-43B6-BD28-7ECE18AB02BC}" srcOrd="0" destOrd="0" presId="urn:microsoft.com/office/officeart/2018/2/layout/IconLabelList"/>
    <dgm:cxn modelId="{8B5FEC9A-DB40-40CC-AA9F-68898AEFCDE0}" type="presParOf" srcId="{675763AE-8DB4-4544-B649-EC1EB6AC8A48}" destId="{C2C23D12-A173-4B1A-B191-4E4951088F23}" srcOrd="1" destOrd="0" presId="urn:microsoft.com/office/officeart/2018/2/layout/IconLabelList"/>
    <dgm:cxn modelId="{1C681D05-4B5F-4741-9BDF-2E82EDC63BFD}" type="presParOf" srcId="{675763AE-8DB4-4544-B649-EC1EB6AC8A48}" destId="{32945A6B-45C5-409D-BC4F-ABFE71D22486}" srcOrd="2" destOrd="0" presId="urn:microsoft.com/office/officeart/2018/2/layout/IconLabelList"/>
    <dgm:cxn modelId="{226A60C7-B330-4742-B50E-AC26E67EE356}" type="presParOf" srcId="{CCDE4E7C-2626-4FBA-BED1-63AD6F0C74AA}" destId="{E2E97752-53C2-411E-8C2B-C417DF1EC3F8}" srcOrd="1" destOrd="0" presId="urn:microsoft.com/office/officeart/2018/2/layout/IconLabelList"/>
    <dgm:cxn modelId="{1E71546E-8A5D-4056-B13B-A1E10C11CAA8}" type="presParOf" srcId="{CCDE4E7C-2626-4FBA-BED1-63AD6F0C74AA}" destId="{D8E9E2AB-F68E-4E04-8254-49FDF955843B}" srcOrd="2" destOrd="0" presId="urn:microsoft.com/office/officeart/2018/2/layout/IconLabelList"/>
    <dgm:cxn modelId="{1623E83E-9308-4A61-90F4-9B9AC0B52323}" type="presParOf" srcId="{D8E9E2AB-F68E-4E04-8254-49FDF955843B}" destId="{5607BA10-F2D1-46F2-83C0-AE68F8DACF79}" srcOrd="0" destOrd="0" presId="urn:microsoft.com/office/officeart/2018/2/layout/IconLabelList"/>
    <dgm:cxn modelId="{F0E9C630-2503-4D32-9CE3-372165224DAD}" type="presParOf" srcId="{D8E9E2AB-F68E-4E04-8254-49FDF955843B}" destId="{0B19C5B9-6A7A-40D9-BA77-2E1A2AB8C826}" srcOrd="1" destOrd="0" presId="urn:microsoft.com/office/officeart/2018/2/layout/IconLabelList"/>
    <dgm:cxn modelId="{66CCEA2A-9024-4399-BAA4-A9AFBC9B7BA2}" type="presParOf" srcId="{D8E9E2AB-F68E-4E04-8254-49FDF955843B}" destId="{814F2CBC-D285-4591-BC04-5BF429E27E33}" srcOrd="2" destOrd="0" presId="urn:microsoft.com/office/officeart/2018/2/layout/IconLabelList"/>
    <dgm:cxn modelId="{2F4F4D47-61A5-4543-ACFC-33B591C3B5BB}" type="presParOf" srcId="{CCDE4E7C-2626-4FBA-BED1-63AD6F0C74AA}" destId="{AEC32769-48E4-46FE-9C41-A5D4B37A882F}" srcOrd="3" destOrd="0" presId="urn:microsoft.com/office/officeart/2018/2/layout/IconLabelList"/>
    <dgm:cxn modelId="{2245DE35-9C8D-4326-87D4-0D54129E9343}" type="presParOf" srcId="{CCDE4E7C-2626-4FBA-BED1-63AD6F0C74AA}" destId="{994B92F9-3839-48C6-A483-0AC9236D5D93}" srcOrd="4" destOrd="0" presId="urn:microsoft.com/office/officeart/2018/2/layout/IconLabelList"/>
    <dgm:cxn modelId="{E75D48E7-47EF-4211-A4AE-38DCFB477C0E}" type="presParOf" srcId="{994B92F9-3839-48C6-A483-0AC9236D5D93}" destId="{1BB6BA10-36ED-44DE-BD6C-781D4535F747}" srcOrd="0" destOrd="0" presId="urn:microsoft.com/office/officeart/2018/2/layout/IconLabelList"/>
    <dgm:cxn modelId="{E1C46432-D124-49A3-8813-F896A382FAC6}" type="presParOf" srcId="{994B92F9-3839-48C6-A483-0AC9236D5D93}" destId="{180CDC84-1231-42E7-A369-540FBBD22796}" srcOrd="1" destOrd="0" presId="urn:microsoft.com/office/officeart/2018/2/layout/IconLabelList"/>
    <dgm:cxn modelId="{0E8C72CA-C243-437B-A55E-31110D07B7CD}" type="presParOf" srcId="{994B92F9-3839-48C6-A483-0AC9236D5D93}" destId="{3B4C2360-37E6-47F7-AD36-D14F4948AC3D}" srcOrd="2" destOrd="0" presId="urn:microsoft.com/office/officeart/2018/2/layout/IconLabelList"/>
    <dgm:cxn modelId="{CD1B08C5-D15C-4BAB-83CE-B4FD383650EF}" type="presParOf" srcId="{CCDE4E7C-2626-4FBA-BED1-63AD6F0C74AA}" destId="{2FD3FDEF-15B5-47C8-8D3B-1C883AB9151C}" srcOrd="5" destOrd="0" presId="urn:microsoft.com/office/officeart/2018/2/layout/IconLabelList"/>
    <dgm:cxn modelId="{6DD7E725-F4C4-425E-9269-45D36BE915A3}" type="presParOf" srcId="{CCDE4E7C-2626-4FBA-BED1-63AD6F0C74AA}" destId="{EAE37990-C58A-4C6E-8FCE-D9491839ABBA}" srcOrd="6" destOrd="0" presId="urn:microsoft.com/office/officeart/2018/2/layout/IconLabelList"/>
    <dgm:cxn modelId="{C1E5C7A1-459C-404B-9B65-8D0459CF24E5}" type="presParOf" srcId="{EAE37990-C58A-4C6E-8FCE-D9491839ABBA}" destId="{03F54093-D2B4-4E03-90DF-6094010409F0}" srcOrd="0" destOrd="0" presId="urn:microsoft.com/office/officeart/2018/2/layout/IconLabelList"/>
    <dgm:cxn modelId="{656DB536-E3DF-436A-8526-77951D4128C4}" type="presParOf" srcId="{EAE37990-C58A-4C6E-8FCE-D9491839ABBA}" destId="{151529F5-6DEC-458E-89E9-0A8D285312B7}" srcOrd="1" destOrd="0" presId="urn:microsoft.com/office/officeart/2018/2/layout/IconLabelList"/>
    <dgm:cxn modelId="{84BBF471-9D03-48CB-BD77-ED9C06E37B05}" type="presParOf" srcId="{EAE37990-C58A-4C6E-8FCE-D9491839ABBA}" destId="{46759984-4265-44BC-83AA-A524F34532B4}" srcOrd="2" destOrd="0" presId="urn:microsoft.com/office/officeart/2018/2/layout/IconLabelList"/>
    <dgm:cxn modelId="{CBE231DB-48F6-437E-92E8-D3AB64D826CA}" type="presParOf" srcId="{CCDE4E7C-2626-4FBA-BED1-63AD6F0C74AA}" destId="{3C0BD9D2-675E-4A20-A3E3-CA1295952A2C}" srcOrd="7" destOrd="0" presId="urn:microsoft.com/office/officeart/2018/2/layout/IconLabelList"/>
    <dgm:cxn modelId="{746AAE34-8DE8-49DF-ADBA-CD80DB45EE43}" type="presParOf" srcId="{CCDE4E7C-2626-4FBA-BED1-63AD6F0C74AA}" destId="{9BBF522C-E7FC-48DC-93DE-2D5B13DDE025}" srcOrd="8" destOrd="0" presId="urn:microsoft.com/office/officeart/2018/2/layout/IconLabelList"/>
    <dgm:cxn modelId="{826714D7-89C4-411A-845C-879F26D784B1}" type="presParOf" srcId="{9BBF522C-E7FC-48DC-93DE-2D5B13DDE025}" destId="{2F01D948-E008-4B04-B324-040341CCF946}" srcOrd="0" destOrd="0" presId="urn:microsoft.com/office/officeart/2018/2/layout/IconLabelList"/>
    <dgm:cxn modelId="{6145EB04-C85F-4119-87AB-9A5C8DC7FB0C}" type="presParOf" srcId="{9BBF522C-E7FC-48DC-93DE-2D5B13DDE025}" destId="{324DE4C1-94F0-45E6-BB9C-00DFBB5F176A}" srcOrd="1" destOrd="0" presId="urn:microsoft.com/office/officeart/2018/2/layout/IconLabelList"/>
    <dgm:cxn modelId="{53444BC8-594B-4067-9F87-09A2958407D2}" type="presParOf" srcId="{9BBF522C-E7FC-48DC-93DE-2D5B13DDE025}" destId="{D1EA7806-F982-4D27-9128-13534638E11B}"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1BD3064-3E07-424F-BE57-EB14F3DDABAB}" type="doc">
      <dgm:prSet loTypeId="urn:microsoft.com/office/officeart/2008/layout/LinedList" loCatId="list" qsTypeId="urn:microsoft.com/office/officeart/2005/8/quickstyle/simple4" qsCatId="simple" csTypeId="urn:microsoft.com/office/officeart/2005/8/colors/accent5_2" csCatId="accent5" phldr="1"/>
      <dgm:spPr/>
      <dgm:t>
        <a:bodyPr/>
        <a:lstStyle/>
        <a:p>
          <a:endParaRPr lang="en-US"/>
        </a:p>
      </dgm:t>
    </dgm:pt>
    <dgm:pt modelId="{9EBDB02C-A906-4EA6-B03D-2D4C6E4D9BED}">
      <dgm:prSet/>
      <dgm:spPr/>
      <dgm:t>
        <a:bodyPr/>
        <a:lstStyle/>
        <a:p>
          <a:r>
            <a:rPr lang="en-US" b="0" i="0"/>
            <a:t>Auth0: $264</a:t>
          </a:r>
          <a:endParaRPr lang="en-US"/>
        </a:p>
      </dgm:t>
    </dgm:pt>
    <dgm:pt modelId="{CABF22D9-0216-4A75-8187-230C63F379D1}" type="parTrans" cxnId="{373007F8-CCFA-43EA-B60A-9C35B9851B4B}">
      <dgm:prSet/>
      <dgm:spPr/>
      <dgm:t>
        <a:bodyPr/>
        <a:lstStyle/>
        <a:p>
          <a:endParaRPr lang="en-US"/>
        </a:p>
      </dgm:t>
    </dgm:pt>
    <dgm:pt modelId="{14F2F8BF-E44E-4CF6-B9F9-33C92583488C}" type="sibTrans" cxnId="{373007F8-CCFA-43EA-B60A-9C35B9851B4B}">
      <dgm:prSet/>
      <dgm:spPr/>
      <dgm:t>
        <a:bodyPr/>
        <a:lstStyle/>
        <a:p>
          <a:endParaRPr lang="en-US"/>
        </a:p>
      </dgm:t>
    </dgm:pt>
    <dgm:pt modelId="{4AF7BA86-3206-477A-9D88-7A70F56CB084}">
      <dgm:prSet/>
      <dgm:spPr/>
      <dgm:t>
        <a:bodyPr/>
        <a:lstStyle/>
        <a:p>
          <a:r>
            <a:rPr lang="en-US" b="0" i="0"/>
            <a:t>MongoDB Atlas: $420</a:t>
          </a:r>
          <a:endParaRPr lang="en-US"/>
        </a:p>
      </dgm:t>
    </dgm:pt>
    <dgm:pt modelId="{AB1934D7-FABC-4439-9B4F-E381531B1D90}" type="parTrans" cxnId="{CFEEC406-5DE5-4B29-AC10-F190F6CB7CB2}">
      <dgm:prSet/>
      <dgm:spPr/>
      <dgm:t>
        <a:bodyPr/>
        <a:lstStyle/>
        <a:p>
          <a:endParaRPr lang="en-US"/>
        </a:p>
      </dgm:t>
    </dgm:pt>
    <dgm:pt modelId="{A99620DD-E367-4020-8257-CDD60DE5CA68}" type="sibTrans" cxnId="{CFEEC406-5DE5-4B29-AC10-F190F6CB7CB2}">
      <dgm:prSet/>
      <dgm:spPr/>
      <dgm:t>
        <a:bodyPr/>
        <a:lstStyle/>
        <a:p>
          <a:endParaRPr lang="en-US"/>
        </a:p>
      </dgm:t>
    </dgm:pt>
    <dgm:pt modelId="{AB489BA6-A453-4C94-8C86-E09D28A4EB71}">
      <dgm:prSet/>
      <dgm:spPr/>
      <dgm:t>
        <a:bodyPr/>
        <a:lstStyle/>
        <a:p>
          <a:r>
            <a:rPr lang="en-US" b="0" i="0"/>
            <a:t>Monitoring: $180</a:t>
          </a:r>
          <a:endParaRPr lang="en-US"/>
        </a:p>
      </dgm:t>
    </dgm:pt>
    <dgm:pt modelId="{8AC5CBC2-5EA3-4111-8341-1B67472BE7F0}" type="parTrans" cxnId="{FFD39EC0-DA3B-4F94-A325-A04BE1D2666B}">
      <dgm:prSet/>
      <dgm:spPr/>
      <dgm:t>
        <a:bodyPr/>
        <a:lstStyle/>
        <a:p>
          <a:endParaRPr lang="en-US"/>
        </a:p>
      </dgm:t>
    </dgm:pt>
    <dgm:pt modelId="{3DEE8AE8-06D9-47CE-827B-5FBB71A7EE6F}" type="sibTrans" cxnId="{FFD39EC0-DA3B-4F94-A325-A04BE1D2666B}">
      <dgm:prSet/>
      <dgm:spPr/>
      <dgm:t>
        <a:bodyPr/>
        <a:lstStyle/>
        <a:p>
          <a:endParaRPr lang="en-US"/>
        </a:p>
      </dgm:t>
    </dgm:pt>
    <dgm:pt modelId="{A4355B69-C55D-4F5E-8274-E65E38783832}">
      <dgm:prSet/>
      <dgm:spPr/>
      <dgm:t>
        <a:bodyPr/>
        <a:lstStyle/>
        <a:p>
          <a:r>
            <a:rPr lang="en-US" b="0" i="0" dirty="0"/>
            <a:t>CI/CD (Building code/ Deployment) tools: $48</a:t>
          </a:r>
          <a:endParaRPr lang="en-US" dirty="0"/>
        </a:p>
      </dgm:t>
    </dgm:pt>
    <dgm:pt modelId="{73D82B3C-025E-49CA-9F84-9529667CF49A}" type="parTrans" cxnId="{2D1A34CB-536A-47ED-A07A-668443A95580}">
      <dgm:prSet/>
      <dgm:spPr/>
      <dgm:t>
        <a:bodyPr/>
        <a:lstStyle/>
        <a:p>
          <a:endParaRPr lang="en-US"/>
        </a:p>
      </dgm:t>
    </dgm:pt>
    <dgm:pt modelId="{68861CEE-1C44-41DD-9B18-1EA1254B4EF5}" type="sibTrans" cxnId="{2D1A34CB-536A-47ED-A07A-668443A95580}">
      <dgm:prSet/>
      <dgm:spPr/>
      <dgm:t>
        <a:bodyPr/>
        <a:lstStyle/>
        <a:p>
          <a:endParaRPr lang="en-US"/>
        </a:p>
      </dgm:t>
    </dgm:pt>
    <dgm:pt modelId="{41C9B80C-353D-40D8-9F55-4CEBBE491C18}">
      <dgm:prSet/>
      <dgm:spPr/>
      <dgm:t>
        <a:bodyPr/>
        <a:lstStyle/>
        <a:p>
          <a:r>
            <a:rPr lang="en-US" b="0" i="0"/>
            <a:t>Music licensing (prototype): $8,000</a:t>
          </a:r>
          <a:endParaRPr lang="en-US"/>
        </a:p>
      </dgm:t>
    </dgm:pt>
    <dgm:pt modelId="{277049B0-05D1-4767-883B-FF12CE6F6178}" type="parTrans" cxnId="{A7F771C0-4740-45BA-BF33-12A8CF1FE0D4}">
      <dgm:prSet/>
      <dgm:spPr/>
      <dgm:t>
        <a:bodyPr/>
        <a:lstStyle/>
        <a:p>
          <a:endParaRPr lang="en-US"/>
        </a:p>
      </dgm:t>
    </dgm:pt>
    <dgm:pt modelId="{57BA0311-94E0-48C3-85D0-4FC42A97C739}" type="sibTrans" cxnId="{A7F771C0-4740-45BA-BF33-12A8CF1FE0D4}">
      <dgm:prSet/>
      <dgm:spPr/>
      <dgm:t>
        <a:bodyPr/>
        <a:lstStyle/>
        <a:p>
          <a:endParaRPr lang="en-US"/>
        </a:p>
      </dgm:t>
    </dgm:pt>
    <dgm:pt modelId="{3A2E2BBB-6624-4846-BC8D-A77CBB9731B4}">
      <dgm:prSet/>
      <dgm:spPr/>
      <dgm:t>
        <a:bodyPr/>
        <a:lstStyle/>
        <a:p>
          <a:r>
            <a:rPr lang="en-US" b="0" i="0"/>
            <a:t>Admin/rights fees: $2,000</a:t>
          </a:r>
          <a:endParaRPr lang="en-US"/>
        </a:p>
      </dgm:t>
    </dgm:pt>
    <dgm:pt modelId="{1D57ECC6-49AB-4277-A6E5-D3E7EDD59E91}" type="parTrans" cxnId="{36E3894A-B607-494E-9DC8-798948A841F1}">
      <dgm:prSet/>
      <dgm:spPr/>
      <dgm:t>
        <a:bodyPr/>
        <a:lstStyle/>
        <a:p>
          <a:endParaRPr lang="en-US"/>
        </a:p>
      </dgm:t>
    </dgm:pt>
    <dgm:pt modelId="{1A189C88-F245-4313-9022-06910CADDB3F}" type="sibTrans" cxnId="{36E3894A-B607-494E-9DC8-798948A841F1}">
      <dgm:prSet/>
      <dgm:spPr/>
      <dgm:t>
        <a:bodyPr/>
        <a:lstStyle/>
        <a:p>
          <a:endParaRPr lang="en-US"/>
        </a:p>
      </dgm:t>
    </dgm:pt>
    <dgm:pt modelId="{1D8A34D7-3625-412E-9302-0B03448C82DB}">
      <dgm:prSet/>
      <dgm:spPr/>
      <dgm:t>
        <a:bodyPr/>
        <a:lstStyle/>
        <a:p>
          <a:r>
            <a:rPr lang="en-US" b="0" i="0"/>
            <a:t>Sample streaming license: $1,500</a:t>
          </a:r>
          <a:endParaRPr lang="en-US"/>
        </a:p>
      </dgm:t>
    </dgm:pt>
    <dgm:pt modelId="{586CAD9C-C696-49E8-99CE-76FF6F28092D}" type="parTrans" cxnId="{C43D9FF5-91D6-4657-AE1A-9684AAB79E15}">
      <dgm:prSet/>
      <dgm:spPr/>
      <dgm:t>
        <a:bodyPr/>
        <a:lstStyle/>
        <a:p>
          <a:endParaRPr lang="en-US"/>
        </a:p>
      </dgm:t>
    </dgm:pt>
    <dgm:pt modelId="{7E97AC2B-7940-4A38-89DD-4621214F7067}" type="sibTrans" cxnId="{C43D9FF5-91D6-4657-AE1A-9684AAB79E15}">
      <dgm:prSet/>
      <dgm:spPr/>
      <dgm:t>
        <a:bodyPr/>
        <a:lstStyle/>
        <a:p>
          <a:endParaRPr lang="en-US"/>
        </a:p>
      </dgm:t>
    </dgm:pt>
    <dgm:pt modelId="{9FCEEEA9-3231-4E38-832C-3E6204294354}">
      <dgm:prSet/>
      <dgm:spPr/>
      <dgm:t>
        <a:bodyPr/>
        <a:lstStyle/>
        <a:p>
          <a:r>
            <a:rPr lang="en-US" b="0" i="0"/>
            <a:t>Total: $12,412</a:t>
          </a:r>
          <a:endParaRPr lang="en-US"/>
        </a:p>
      </dgm:t>
    </dgm:pt>
    <dgm:pt modelId="{2DA1599B-B468-47AE-9F96-BA9F5927727E}" type="parTrans" cxnId="{C37C9E29-ACE3-41EE-97F8-A11EA29010B8}">
      <dgm:prSet/>
      <dgm:spPr/>
      <dgm:t>
        <a:bodyPr/>
        <a:lstStyle/>
        <a:p>
          <a:endParaRPr lang="en-US"/>
        </a:p>
      </dgm:t>
    </dgm:pt>
    <dgm:pt modelId="{129C8A0C-2495-45DA-9223-66B3FC3E1173}" type="sibTrans" cxnId="{C37C9E29-ACE3-41EE-97F8-A11EA29010B8}">
      <dgm:prSet/>
      <dgm:spPr/>
      <dgm:t>
        <a:bodyPr/>
        <a:lstStyle/>
        <a:p>
          <a:endParaRPr lang="en-US"/>
        </a:p>
      </dgm:t>
    </dgm:pt>
    <dgm:pt modelId="{6247A7E6-E69F-4F11-89A1-058470B29254}" type="pres">
      <dgm:prSet presAssocID="{71BD3064-3E07-424F-BE57-EB14F3DDABAB}" presName="vert0" presStyleCnt="0">
        <dgm:presLayoutVars>
          <dgm:dir/>
          <dgm:animOne val="branch"/>
          <dgm:animLvl val="lvl"/>
        </dgm:presLayoutVars>
      </dgm:prSet>
      <dgm:spPr/>
    </dgm:pt>
    <dgm:pt modelId="{6BB040A6-4757-42A8-B5EC-7C5E78864106}" type="pres">
      <dgm:prSet presAssocID="{9EBDB02C-A906-4EA6-B03D-2D4C6E4D9BED}" presName="thickLine" presStyleLbl="alignNode1" presStyleIdx="0" presStyleCnt="8"/>
      <dgm:spPr/>
    </dgm:pt>
    <dgm:pt modelId="{3E63C426-8CF1-495B-84FE-F42C69D7A517}" type="pres">
      <dgm:prSet presAssocID="{9EBDB02C-A906-4EA6-B03D-2D4C6E4D9BED}" presName="horz1" presStyleCnt="0"/>
      <dgm:spPr/>
    </dgm:pt>
    <dgm:pt modelId="{D016D870-A3B1-4D9B-8E96-0BADBA149D34}" type="pres">
      <dgm:prSet presAssocID="{9EBDB02C-A906-4EA6-B03D-2D4C6E4D9BED}" presName="tx1" presStyleLbl="revTx" presStyleIdx="0" presStyleCnt="8"/>
      <dgm:spPr/>
    </dgm:pt>
    <dgm:pt modelId="{DBA671DA-E49C-4FAA-B19A-DB1DBC13CC8E}" type="pres">
      <dgm:prSet presAssocID="{9EBDB02C-A906-4EA6-B03D-2D4C6E4D9BED}" presName="vert1" presStyleCnt="0"/>
      <dgm:spPr/>
    </dgm:pt>
    <dgm:pt modelId="{22C8E1A3-1FAE-426F-AFA1-212087756125}" type="pres">
      <dgm:prSet presAssocID="{4AF7BA86-3206-477A-9D88-7A70F56CB084}" presName="thickLine" presStyleLbl="alignNode1" presStyleIdx="1" presStyleCnt="8"/>
      <dgm:spPr/>
    </dgm:pt>
    <dgm:pt modelId="{6FB09EED-59B8-4343-9E19-D84639759EF4}" type="pres">
      <dgm:prSet presAssocID="{4AF7BA86-3206-477A-9D88-7A70F56CB084}" presName="horz1" presStyleCnt="0"/>
      <dgm:spPr/>
    </dgm:pt>
    <dgm:pt modelId="{49EE5EB2-FD2E-44E4-A704-EFF5FF3DECDD}" type="pres">
      <dgm:prSet presAssocID="{4AF7BA86-3206-477A-9D88-7A70F56CB084}" presName="tx1" presStyleLbl="revTx" presStyleIdx="1" presStyleCnt="8"/>
      <dgm:spPr/>
    </dgm:pt>
    <dgm:pt modelId="{9C4531E8-418E-4451-B542-62B6E30A13C6}" type="pres">
      <dgm:prSet presAssocID="{4AF7BA86-3206-477A-9D88-7A70F56CB084}" presName="vert1" presStyleCnt="0"/>
      <dgm:spPr/>
    </dgm:pt>
    <dgm:pt modelId="{60AAD45B-CACD-4D4A-98BC-79713B2CEE42}" type="pres">
      <dgm:prSet presAssocID="{AB489BA6-A453-4C94-8C86-E09D28A4EB71}" presName="thickLine" presStyleLbl="alignNode1" presStyleIdx="2" presStyleCnt="8"/>
      <dgm:spPr/>
    </dgm:pt>
    <dgm:pt modelId="{1875D76C-924A-49A5-A227-CFFC56C29C99}" type="pres">
      <dgm:prSet presAssocID="{AB489BA6-A453-4C94-8C86-E09D28A4EB71}" presName="horz1" presStyleCnt="0"/>
      <dgm:spPr/>
    </dgm:pt>
    <dgm:pt modelId="{242A45DA-D3DE-459E-95DE-C703E85755A2}" type="pres">
      <dgm:prSet presAssocID="{AB489BA6-A453-4C94-8C86-E09D28A4EB71}" presName="tx1" presStyleLbl="revTx" presStyleIdx="2" presStyleCnt="8"/>
      <dgm:spPr/>
    </dgm:pt>
    <dgm:pt modelId="{AAE57E99-43CB-4033-A559-0157EF042359}" type="pres">
      <dgm:prSet presAssocID="{AB489BA6-A453-4C94-8C86-E09D28A4EB71}" presName="vert1" presStyleCnt="0"/>
      <dgm:spPr/>
    </dgm:pt>
    <dgm:pt modelId="{CBCBC58E-A27F-46B0-8D72-6983EDFFA278}" type="pres">
      <dgm:prSet presAssocID="{A4355B69-C55D-4F5E-8274-E65E38783832}" presName="thickLine" presStyleLbl="alignNode1" presStyleIdx="3" presStyleCnt="8"/>
      <dgm:spPr/>
    </dgm:pt>
    <dgm:pt modelId="{C1013E54-946A-41AC-8420-CC86FBCEA285}" type="pres">
      <dgm:prSet presAssocID="{A4355B69-C55D-4F5E-8274-E65E38783832}" presName="horz1" presStyleCnt="0"/>
      <dgm:spPr/>
    </dgm:pt>
    <dgm:pt modelId="{46474F7D-83A1-4EF1-BDFE-DB0DAE1AA8BE}" type="pres">
      <dgm:prSet presAssocID="{A4355B69-C55D-4F5E-8274-E65E38783832}" presName="tx1" presStyleLbl="revTx" presStyleIdx="3" presStyleCnt="8"/>
      <dgm:spPr/>
    </dgm:pt>
    <dgm:pt modelId="{6A3E8781-4136-4387-93E0-A9D0F4621347}" type="pres">
      <dgm:prSet presAssocID="{A4355B69-C55D-4F5E-8274-E65E38783832}" presName="vert1" presStyleCnt="0"/>
      <dgm:spPr/>
    </dgm:pt>
    <dgm:pt modelId="{201D33A5-FDB9-41E3-9708-88276FE2AF1D}" type="pres">
      <dgm:prSet presAssocID="{41C9B80C-353D-40D8-9F55-4CEBBE491C18}" presName="thickLine" presStyleLbl="alignNode1" presStyleIdx="4" presStyleCnt="8"/>
      <dgm:spPr/>
    </dgm:pt>
    <dgm:pt modelId="{72C3880B-7789-4470-B952-FEEB08CBF6D7}" type="pres">
      <dgm:prSet presAssocID="{41C9B80C-353D-40D8-9F55-4CEBBE491C18}" presName="horz1" presStyleCnt="0"/>
      <dgm:spPr/>
    </dgm:pt>
    <dgm:pt modelId="{75D44B05-FD66-4AFA-B9A1-56DCC5D4E6FF}" type="pres">
      <dgm:prSet presAssocID="{41C9B80C-353D-40D8-9F55-4CEBBE491C18}" presName="tx1" presStyleLbl="revTx" presStyleIdx="4" presStyleCnt="8"/>
      <dgm:spPr/>
    </dgm:pt>
    <dgm:pt modelId="{06DB8E2F-7B4C-4482-AFCE-85578C55FC1D}" type="pres">
      <dgm:prSet presAssocID="{41C9B80C-353D-40D8-9F55-4CEBBE491C18}" presName="vert1" presStyleCnt="0"/>
      <dgm:spPr/>
    </dgm:pt>
    <dgm:pt modelId="{E5324029-BA2F-427D-81AE-549DEB794CE8}" type="pres">
      <dgm:prSet presAssocID="{3A2E2BBB-6624-4846-BC8D-A77CBB9731B4}" presName="thickLine" presStyleLbl="alignNode1" presStyleIdx="5" presStyleCnt="8"/>
      <dgm:spPr/>
    </dgm:pt>
    <dgm:pt modelId="{5099D98A-D391-4555-8E5B-63583F27EFF9}" type="pres">
      <dgm:prSet presAssocID="{3A2E2BBB-6624-4846-BC8D-A77CBB9731B4}" presName="horz1" presStyleCnt="0"/>
      <dgm:spPr/>
    </dgm:pt>
    <dgm:pt modelId="{0822AC65-B3AD-4E01-8BE0-BF965F79F2D4}" type="pres">
      <dgm:prSet presAssocID="{3A2E2BBB-6624-4846-BC8D-A77CBB9731B4}" presName="tx1" presStyleLbl="revTx" presStyleIdx="5" presStyleCnt="8"/>
      <dgm:spPr/>
    </dgm:pt>
    <dgm:pt modelId="{9291932D-A79F-43C4-9487-B29EF5DADFC9}" type="pres">
      <dgm:prSet presAssocID="{3A2E2BBB-6624-4846-BC8D-A77CBB9731B4}" presName="vert1" presStyleCnt="0"/>
      <dgm:spPr/>
    </dgm:pt>
    <dgm:pt modelId="{499F66A3-ACF9-43E6-B9DD-C205E7A381C2}" type="pres">
      <dgm:prSet presAssocID="{1D8A34D7-3625-412E-9302-0B03448C82DB}" presName="thickLine" presStyleLbl="alignNode1" presStyleIdx="6" presStyleCnt="8"/>
      <dgm:spPr/>
    </dgm:pt>
    <dgm:pt modelId="{D7926E0E-2424-45AD-B979-0ECBD6E3D7A4}" type="pres">
      <dgm:prSet presAssocID="{1D8A34D7-3625-412E-9302-0B03448C82DB}" presName="horz1" presStyleCnt="0"/>
      <dgm:spPr/>
    </dgm:pt>
    <dgm:pt modelId="{DC497A8A-8B7E-4AA3-8268-9263AB538281}" type="pres">
      <dgm:prSet presAssocID="{1D8A34D7-3625-412E-9302-0B03448C82DB}" presName="tx1" presStyleLbl="revTx" presStyleIdx="6" presStyleCnt="8"/>
      <dgm:spPr/>
    </dgm:pt>
    <dgm:pt modelId="{48B190DE-F419-4149-B3BB-83AE8EF79916}" type="pres">
      <dgm:prSet presAssocID="{1D8A34D7-3625-412E-9302-0B03448C82DB}" presName="vert1" presStyleCnt="0"/>
      <dgm:spPr/>
    </dgm:pt>
    <dgm:pt modelId="{B66F8148-FBF6-466E-AB53-A542BCD0A992}" type="pres">
      <dgm:prSet presAssocID="{9FCEEEA9-3231-4E38-832C-3E6204294354}" presName="thickLine" presStyleLbl="alignNode1" presStyleIdx="7" presStyleCnt="8"/>
      <dgm:spPr/>
    </dgm:pt>
    <dgm:pt modelId="{A81931C4-4C3D-4E65-A195-F3388C2A7E4F}" type="pres">
      <dgm:prSet presAssocID="{9FCEEEA9-3231-4E38-832C-3E6204294354}" presName="horz1" presStyleCnt="0"/>
      <dgm:spPr/>
    </dgm:pt>
    <dgm:pt modelId="{F23FD87D-B18F-4411-AFB0-17C436E873CB}" type="pres">
      <dgm:prSet presAssocID="{9FCEEEA9-3231-4E38-832C-3E6204294354}" presName="tx1" presStyleLbl="revTx" presStyleIdx="7" presStyleCnt="8"/>
      <dgm:spPr/>
    </dgm:pt>
    <dgm:pt modelId="{994599AC-DB96-41B6-B8DA-186417390BD4}" type="pres">
      <dgm:prSet presAssocID="{9FCEEEA9-3231-4E38-832C-3E6204294354}" presName="vert1" presStyleCnt="0"/>
      <dgm:spPr/>
    </dgm:pt>
  </dgm:ptLst>
  <dgm:cxnLst>
    <dgm:cxn modelId="{CFEEC406-5DE5-4B29-AC10-F190F6CB7CB2}" srcId="{71BD3064-3E07-424F-BE57-EB14F3DDABAB}" destId="{4AF7BA86-3206-477A-9D88-7A70F56CB084}" srcOrd="1" destOrd="0" parTransId="{AB1934D7-FABC-4439-9B4F-E381531B1D90}" sibTransId="{A99620DD-E367-4020-8257-CDD60DE5CA68}"/>
    <dgm:cxn modelId="{C4662608-7465-421C-996E-42598911F9EF}" type="presOf" srcId="{9EBDB02C-A906-4EA6-B03D-2D4C6E4D9BED}" destId="{D016D870-A3B1-4D9B-8E96-0BADBA149D34}" srcOrd="0" destOrd="0" presId="urn:microsoft.com/office/officeart/2008/layout/LinedList"/>
    <dgm:cxn modelId="{D7D3E30A-3FEA-43C0-B32B-AA1C1872C7D6}" type="presOf" srcId="{41C9B80C-353D-40D8-9F55-4CEBBE491C18}" destId="{75D44B05-FD66-4AFA-B9A1-56DCC5D4E6FF}" srcOrd="0" destOrd="0" presId="urn:microsoft.com/office/officeart/2008/layout/LinedList"/>
    <dgm:cxn modelId="{DBEB851E-0A14-45FA-AF89-34FD18DB1CF8}" type="presOf" srcId="{4AF7BA86-3206-477A-9D88-7A70F56CB084}" destId="{49EE5EB2-FD2E-44E4-A704-EFF5FF3DECDD}" srcOrd="0" destOrd="0" presId="urn:microsoft.com/office/officeart/2008/layout/LinedList"/>
    <dgm:cxn modelId="{C37C9E29-ACE3-41EE-97F8-A11EA29010B8}" srcId="{71BD3064-3E07-424F-BE57-EB14F3DDABAB}" destId="{9FCEEEA9-3231-4E38-832C-3E6204294354}" srcOrd="7" destOrd="0" parTransId="{2DA1599B-B468-47AE-9F96-BA9F5927727E}" sibTransId="{129C8A0C-2495-45DA-9223-66B3FC3E1173}"/>
    <dgm:cxn modelId="{36E3894A-B607-494E-9DC8-798948A841F1}" srcId="{71BD3064-3E07-424F-BE57-EB14F3DDABAB}" destId="{3A2E2BBB-6624-4846-BC8D-A77CBB9731B4}" srcOrd="5" destOrd="0" parTransId="{1D57ECC6-49AB-4277-A6E5-D3E7EDD59E91}" sibTransId="{1A189C88-F245-4313-9022-06910CADDB3F}"/>
    <dgm:cxn modelId="{2BA0E957-45D7-49FC-8EB6-070E1EE50AD6}" type="presOf" srcId="{3A2E2BBB-6624-4846-BC8D-A77CBB9731B4}" destId="{0822AC65-B3AD-4E01-8BE0-BF965F79F2D4}" srcOrd="0" destOrd="0" presId="urn:microsoft.com/office/officeart/2008/layout/LinedList"/>
    <dgm:cxn modelId="{F93AD882-84C6-4107-AD3D-1901A452ED39}" type="presOf" srcId="{AB489BA6-A453-4C94-8C86-E09D28A4EB71}" destId="{242A45DA-D3DE-459E-95DE-C703E85755A2}" srcOrd="0" destOrd="0" presId="urn:microsoft.com/office/officeart/2008/layout/LinedList"/>
    <dgm:cxn modelId="{C0EE3C9E-7D32-4489-AD96-17CD4E0AF3A5}" type="presOf" srcId="{A4355B69-C55D-4F5E-8274-E65E38783832}" destId="{46474F7D-83A1-4EF1-BDFE-DB0DAE1AA8BE}" srcOrd="0" destOrd="0" presId="urn:microsoft.com/office/officeart/2008/layout/LinedList"/>
    <dgm:cxn modelId="{EEC3E49E-0384-48DE-B292-D414DB6B93C4}" type="presOf" srcId="{71BD3064-3E07-424F-BE57-EB14F3DDABAB}" destId="{6247A7E6-E69F-4F11-89A1-058470B29254}" srcOrd="0" destOrd="0" presId="urn:microsoft.com/office/officeart/2008/layout/LinedList"/>
    <dgm:cxn modelId="{21AB5CB9-FAB4-44C6-9900-35D332C26339}" type="presOf" srcId="{1D8A34D7-3625-412E-9302-0B03448C82DB}" destId="{DC497A8A-8B7E-4AA3-8268-9263AB538281}" srcOrd="0" destOrd="0" presId="urn:microsoft.com/office/officeart/2008/layout/LinedList"/>
    <dgm:cxn modelId="{A7F771C0-4740-45BA-BF33-12A8CF1FE0D4}" srcId="{71BD3064-3E07-424F-BE57-EB14F3DDABAB}" destId="{41C9B80C-353D-40D8-9F55-4CEBBE491C18}" srcOrd="4" destOrd="0" parTransId="{277049B0-05D1-4767-883B-FF12CE6F6178}" sibTransId="{57BA0311-94E0-48C3-85D0-4FC42A97C739}"/>
    <dgm:cxn modelId="{FFD39EC0-DA3B-4F94-A325-A04BE1D2666B}" srcId="{71BD3064-3E07-424F-BE57-EB14F3DDABAB}" destId="{AB489BA6-A453-4C94-8C86-E09D28A4EB71}" srcOrd="2" destOrd="0" parTransId="{8AC5CBC2-5EA3-4111-8341-1B67472BE7F0}" sibTransId="{3DEE8AE8-06D9-47CE-827B-5FBB71A7EE6F}"/>
    <dgm:cxn modelId="{2D1A34CB-536A-47ED-A07A-668443A95580}" srcId="{71BD3064-3E07-424F-BE57-EB14F3DDABAB}" destId="{A4355B69-C55D-4F5E-8274-E65E38783832}" srcOrd="3" destOrd="0" parTransId="{73D82B3C-025E-49CA-9F84-9529667CF49A}" sibTransId="{68861CEE-1C44-41DD-9B18-1EA1254B4EF5}"/>
    <dgm:cxn modelId="{D3EF4EF0-F782-415E-B359-B3B1ACAA11FD}" type="presOf" srcId="{9FCEEEA9-3231-4E38-832C-3E6204294354}" destId="{F23FD87D-B18F-4411-AFB0-17C436E873CB}" srcOrd="0" destOrd="0" presId="urn:microsoft.com/office/officeart/2008/layout/LinedList"/>
    <dgm:cxn modelId="{C43D9FF5-91D6-4657-AE1A-9684AAB79E15}" srcId="{71BD3064-3E07-424F-BE57-EB14F3DDABAB}" destId="{1D8A34D7-3625-412E-9302-0B03448C82DB}" srcOrd="6" destOrd="0" parTransId="{586CAD9C-C696-49E8-99CE-76FF6F28092D}" sibTransId="{7E97AC2B-7940-4A38-89DD-4621214F7067}"/>
    <dgm:cxn modelId="{373007F8-CCFA-43EA-B60A-9C35B9851B4B}" srcId="{71BD3064-3E07-424F-BE57-EB14F3DDABAB}" destId="{9EBDB02C-A906-4EA6-B03D-2D4C6E4D9BED}" srcOrd="0" destOrd="0" parTransId="{CABF22D9-0216-4A75-8187-230C63F379D1}" sibTransId="{14F2F8BF-E44E-4CF6-B9F9-33C92583488C}"/>
    <dgm:cxn modelId="{38B14C56-3D63-4C68-8904-761F83CF6DE6}" type="presParOf" srcId="{6247A7E6-E69F-4F11-89A1-058470B29254}" destId="{6BB040A6-4757-42A8-B5EC-7C5E78864106}" srcOrd="0" destOrd="0" presId="urn:microsoft.com/office/officeart/2008/layout/LinedList"/>
    <dgm:cxn modelId="{29A4F8FC-1B7D-409E-91F1-671B286D3950}" type="presParOf" srcId="{6247A7E6-E69F-4F11-89A1-058470B29254}" destId="{3E63C426-8CF1-495B-84FE-F42C69D7A517}" srcOrd="1" destOrd="0" presId="urn:microsoft.com/office/officeart/2008/layout/LinedList"/>
    <dgm:cxn modelId="{8488F610-6E24-4C7C-9DD3-2A8815538DA9}" type="presParOf" srcId="{3E63C426-8CF1-495B-84FE-F42C69D7A517}" destId="{D016D870-A3B1-4D9B-8E96-0BADBA149D34}" srcOrd="0" destOrd="0" presId="urn:microsoft.com/office/officeart/2008/layout/LinedList"/>
    <dgm:cxn modelId="{FAB7DB62-CAB7-4BBE-8204-CD7146150BC0}" type="presParOf" srcId="{3E63C426-8CF1-495B-84FE-F42C69D7A517}" destId="{DBA671DA-E49C-4FAA-B19A-DB1DBC13CC8E}" srcOrd="1" destOrd="0" presId="urn:microsoft.com/office/officeart/2008/layout/LinedList"/>
    <dgm:cxn modelId="{D8A7E8CF-D041-401F-A16E-C8B3E071061C}" type="presParOf" srcId="{6247A7E6-E69F-4F11-89A1-058470B29254}" destId="{22C8E1A3-1FAE-426F-AFA1-212087756125}" srcOrd="2" destOrd="0" presId="urn:microsoft.com/office/officeart/2008/layout/LinedList"/>
    <dgm:cxn modelId="{8F3C9D11-67D3-400F-B061-7C8038423AEE}" type="presParOf" srcId="{6247A7E6-E69F-4F11-89A1-058470B29254}" destId="{6FB09EED-59B8-4343-9E19-D84639759EF4}" srcOrd="3" destOrd="0" presId="urn:microsoft.com/office/officeart/2008/layout/LinedList"/>
    <dgm:cxn modelId="{29AC3D61-DE6F-4C4A-9468-0882AC002DB4}" type="presParOf" srcId="{6FB09EED-59B8-4343-9E19-D84639759EF4}" destId="{49EE5EB2-FD2E-44E4-A704-EFF5FF3DECDD}" srcOrd="0" destOrd="0" presId="urn:microsoft.com/office/officeart/2008/layout/LinedList"/>
    <dgm:cxn modelId="{FD8DD834-DFA7-4A04-A2F4-0843860707FE}" type="presParOf" srcId="{6FB09EED-59B8-4343-9E19-D84639759EF4}" destId="{9C4531E8-418E-4451-B542-62B6E30A13C6}" srcOrd="1" destOrd="0" presId="urn:microsoft.com/office/officeart/2008/layout/LinedList"/>
    <dgm:cxn modelId="{03CB4331-0CF3-4DDD-9759-992CB21B944A}" type="presParOf" srcId="{6247A7E6-E69F-4F11-89A1-058470B29254}" destId="{60AAD45B-CACD-4D4A-98BC-79713B2CEE42}" srcOrd="4" destOrd="0" presId="urn:microsoft.com/office/officeart/2008/layout/LinedList"/>
    <dgm:cxn modelId="{512DEDB3-9079-41C6-AAE4-61FE79F43071}" type="presParOf" srcId="{6247A7E6-E69F-4F11-89A1-058470B29254}" destId="{1875D76C-924A-49A5-A227-CFFC56C29C99}" srcOrd="5" destOrd="0" presId="urn:microsoft.com/office/officeart/2008/layout/LinedList"/>
    <dgm:cxn modelId="{3C921142-856E-4EE9-8E16-BF67B0087088}" type="presParOf" srcId="{1875D76C-924A-49A5-A227-CFFC56C29C99}" destId="{242A45DA-D3DE-459E-95DE-C703E85755A2}" srcOrd="0" destOrd="0" presId="urn:microsoft.com/office/officeart/2008/layout/LinedList"/>
    <dgm:cxn modelId="{27AEF4A9-D646-4524-B976-25C664D767ED}" type="presParOf" srcId="{1875D76C-924A-49A5-A227-CFFC56C29C99}" destId="{AAE57E99-43CB-4033-A559-0157EF042359}" srcOrd="1" destOrd="0" presId="urn:microsoft.com/office/officeart/2008/layout/LinedList"/>
    <dgm:cxn modelId="{E0573250-5EF2-4DF0-9739-A4E624950BEA}" type="presParOf" srcId="{6247A7E6-E69F-4F11-89A1-058470B29254}" destId="{CBCBC58E-A27F-46B0-8D72-6983EDFFA278}" srcOrd="6" destOrd="0" presId="urn:microsoft.com/office/officeart/2008/layout/LinedList"/>
    <dgm:cxn modelId="{6A05EFEE-79E0-454A-86A4-B0C4188AB94D}" type="presParOf" srcId="{6247A7E6-E69F-4F11-89A1-058470B29254}" destId="{C1013E54-946A-41AC-8420-CC86FBCEA285}" srcOrd="7" destOrd="0" presId="urn:microsoft.com/office/officeart/2008/layout/LinedList"/>
    <dgm:cxn modelId="{D1A8CAC1-46C7-4B46-ABDC-46C5A4559B49}" type="presParOf" srcId="{C1013E54-946A-41AC-8420-CC86FBCEA285}" destId="{46474F7D-83A1-4EF1-BDFE-DB0DAE1AA8BE}" srcOrd="0" destOrd="0" presId="urn:microsoft.com/office/officeart/2008/layout/LinedList"/>
    <dgm:cxn modelId="{B5160032-221C-4821-BB25-8FF121EF9E1F}" type="presParOf" srcId="{C1013E54-946A-41AC-8420-CC86FBCEA285}" destId="{6A3E8781-4136-4387-93E0-A9D0F4621347}" srcOrd="1" destOrd="0" presId="urn:microsoft.com/office/officeart/2008/layout/LinedList"/>
    <dgm:cxn modelId="{EF1CCAEA-370C-4C8A-ACD7-05FC8C5951D4}" type="presParOf" srcId="{6247A7E6-E69F-4F11-89A1-058470B29254}" destId="{201D33A5-FDB9-41E3-9708-88276FE2AF1D}" srcOrd="8" destOrd="0" presId="urn:microsoft.com/office/officeart/2008/layout/LinedList"/>
    <dgm:cxn modelId="{F7B7A49C-314C-4A72-BAD7-B3ABAAE126A1}" type="presParOf" srcId="{6247A7E6-E69F-4F11-89A1-058470B29254}" destId="{72C3880B-7789-4470-B952-FEEB08CBF6D7}" srcOrd="9" destOrd="0" presId="urn:microsoft.com/office/officeart/2008/layout/LinedList"/>
    <dgm:cxn modelId="{9224C528-D379-4C38-8D01-41E80336BC2F}" type="presParOf" srcId="{72C3880B-7789-4470-B952-FEEB08CBF6D7}" destId="{75D44B05-FD66-4AFA-B9A1-56DCC5D4E6FF}" srcOrd="0" destOrd="0" presId="urn:microsoft.com/office/officeart/2008/layout/LinedList"/>
    <dgm:cxn modelId="{DAE1B242-DA1F-4416-8A87-9C31679288E6}" type="presParOf" srcId="{72C3880B-7789-4470-B952-FEEB08CBF6D7}" destId="{06DB8E2F-7B4C-4482-AFCE-85578C55FC1D}" srcOrd="1" destOrd="0" presId="urn:microsoft.com/office/officeart/2008/layout/LinedList"/>
    <dgm:cxn modelId="{A6797764-D500-45C0-9001-8381D7D2F7E0}" type="presParOf" srcId="{6247A7E6-E69F-4F11-89A1-058470B29254}" destId="{E5324029-BA2F-427D-81AE-549DEB794CE8}" srcOrd="10" destOrd="0" presId="urn:microsoft.com/office/officeart/2008/layout/LinedList"/>
    <dgm:cxn modelId="{AF256B90-BCCE-4308-92C9-1738BB3DECC9}" type="presParOf" srcId="{6247A7E6-E69F-4F11-89A1-058470B29254}" destId="{5099D98A-D391-4555-8E5B-63583F27EFF9}" srcOrd="11" destOrd="0" presId="urn:microsoft.com/office/officeart/2008/layout/LinedList"/>
    <dgm:cxn modelId="{F4713AC8-72A3-4026-85A6-2E1A707F79D0}" type="presParOf" srcId="{5099D98A-D391-4555-8E5B-63583F27EFF9}" destId="{0822AC65-B3AD-4E01-8BE0-BF965F79F2D4}" srcOrd="0" destOrd="0" presId="urn:microsoft.com/office/officeart/2008/layout/LinedList"/>
    <dgm:cxn modelId="{DD64B1A1-4206-4AE9-A571-AAF2E72103B6}" type="presParOf" srcId="{5099D98A-D391-4555-8E5B-63583F27EFF9}" destId="{9291932D-A79F-43C4-9487-B29EF5DADFC9}" srcOrd="1" destOrd="0" presId="urn:microsoft.com/office/officeart/2008/layout/LinedList"/>
    <dgm:cxn modelId="{CE0D7277-6A35-4D92-A311-EF2A4C55B896}" type="presParOf" srcId="{6247A7E6-E69F-4F11-89A1-058470B29254}" destId="{499F66A3-ACF9-43E6-B9DD-C205E7A381C2}" srcOrd="12" destOrd="0" presId="urn:microsoft.com/office/officeart/2008/layout/LinedList"/>
    <dgm:cxn modelId="{30018AB3-0F57-4FDD-8944-4CA00E639207}" type="presParOf" srcId="{6247A7E6-E69F-4F11-89A1-058470B29254}" destId="{D7926E0E-2424-45AD-B979-0ECBD6E3D7A4}" srcOrd="13" destOrd="0" presId="urn:microsoft.com/office/officeart/2008/layout/LinedList"/>
    <dgm:cxn modelId="{D4F6AA49-A991-4B64-B26F-477B9E91709D}" type="presParOf" srcId="{D7926E0E-2424-45AD-B979-0ECBD6E3D7A4}" destId="{DC497A8A-8B7E-4AA3-8268-9263AB538281}" srcOrd="0" destOrd="0" presId="urn:microsoft.com/office/officeart/2008/layout/LinedList"/>
    <dgm:cxn modelId="{84700F70-0F7A-4A02-B4E7-331FC7C7AEAD}" type="presParOf" srcId="{D7926E0E-2424-45AD-B979-0ECBD6E3D7A4}" destId="{48B190DE-F419-4149-B3BB-83AE8EF79916}" srcOrd="1" destOrd="0" presId="urn:microsoft.com/office/officeart/2008/layout/LinedList"/>
    <dgm:cxn modelId="{B473C3C9-4A48-42F3-A49C-CC2FBC9F0667}" type="presParOf" srcId="{6247A7E6-E69F-4F11-89A1-058470B29254}" destId="{B66F8148-FBF6-466E-AB53-A542BCD0A992}" srcOrd="14" destOrd="0" presId="urn:microsoft.com/office/officeart/2008/layout/LinedList"/>
    <dgm:cxn modelId="{6DA67BE6-7A7B-47EF-8827-F9F168E1057F}" type="presParOf" srcId="{6247A7E6-E69F-4F11-89A1-058470B29254}" destId="{A81931C4-4C3D-4E65-A195-F3388C2A7E4F}" srcOrd="15" destOrd="0" presId="urn:microsoft.com/office/officeart/2008/layout/LinedList"/>
    <dgm:cxn modelId="{56C274B1-B1D6-4E8A-85F5-ACACD5A49370}" type="presParOf" srcId="{A81931C4-4C3D-4E65-A195-F3388C2A7E4F}" destId="{F23FD87D-B18F-4411-AFB0-17C436E873CB}" srcOrd="0" destOrd="0" presId="urn:microsoft.com/office/officeart/2008/layout/LinedList"/>
    <dgm:cxn modelId="{179298E2-23C8-40E2-9C6E-F123E5CA345A}" type="presParOf" srcId="{A81931C4-4C3D-4E65-A195-F3388C2A7E4F}" destId="{994599AC-DB96-41B6-B8DA-186417390BD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D51137C-D81F-430C-804B-F58720538FA6}" type="doc">
      <dgm:prSet loTypeId="urn:microsoft.com/office/officeart/2005/8/layout/list1" loCatId="list" qsTypeId="urn:microsoft.com/office/officeart/2005/8/quickstyle/simple4" qsCatId="simple" csTypeId="urn:microsoft.com/office/officeart/2005/8/colors/accent0_3" csCatId="mainScheme"/>
      <dgm:spPr/>
      <dgm:t>
        <a:bodyPr/>
        <a:lstStyle/>
        <a:p>
          <a:endParaRPr lang="en-US"/>
        </a:p>
      </dgm:t>
    </dgm:pt>
    <dgm:pt modelId="{B6CE402A-773F-4270-BDAF-DCA103A61EE0}">
      <dgm:prSet/>
      <dgm:spPr/>
      <dgm:t>
        <a:bodyPr/>
        <a:lstStyle/>
        <a:p>
          <a:r>
            <a:rPr lang="en-US" b="0" i="0"/>
            <a:t>Hardware: $1,650</a:t>
          </a:r>
          <a:endParaRPr lang="en-US"/>
        </a:p>
      </dgm:t>
    </dgm:pt>
    <dgm:pt modelId="{449C4170-940A-4D0C-84F5-FB2568756F81}" type="parTrans" cxnId="{CEE2E484-3353-4086-BCAD-B7D54B7AF98C}">
      <dgm:prSet/>
      <dgm:spPr/>
      <dgm:t>
        <a:bodyPr/>
        <a:lstStyle/>
        <a:p>
          <a:endParaRPr lang="en-US"/>
        </a:p>
      </dgm:t>
    </dgm:pt>
    <dgm:pt modelId="{0C6CD4AC-A9E5-416E-9FAD-162EB2176A8F}" type="sibTrans" cxnId="{CEE2E484-3353-4086-BCAD-B7D54B7AF98C}">
      <dgm:prSet/>
      <dgm:spPr/>
      <dgm:t>
        <a:bodyPr/>
        <a:lstStyle/>
        <a:p>
          <a:endParaRPr lang="en-US"/>
        </a:p>
      </dgm:t>
    </dgm:pt>
    <dgm:pt modelId="{547BD114-DA5C-48B6-B2E5-2F1852892CD3}">
      <dgm:prSet/>
      <dgm:spPr/>
      <dgm:t>
        <a:bodyPr/>
        <a:lstStyle/>
        <a:p>
          <a:r>
            <a:rPr lang="en-US" b="0" i="0"/>
            <a:t>Software &amp; licensing: $12,412</a:t>
          </a:r>
          <a:endParaRPr lang="en-US"/>
        </a:p>
      </dgm:t>
    </dgm:pt>
    <dgm:pt modelId="{04518BB6-F986-4BF7-B760-068C85CA0A40}" type="parTrans" cxnId="{36F0B73A-717E-4851-8D3E-765E2CEA4CDE}">
      <dgm:prSet/>
      <dgm:spPr/>
      <dgm:t>
        <a:bodyPr/>
        <a:lstStyle/>
        <a:p>
          <a:endParaRPr lang="en-US"/>
        </a:p>
      </dgm:t>
    </dgm:pt>
    <dgm:pt modelId="{AA25D5FC-F87B-49AB-B2C5-D77E4916F80D}" type="sibTrans" cxnId="{36F0B73A-717E-4851-8D3E-765E2CEA4CDE}">
      <dgm:prSet/>
      <dgm:spPr/>
      <dgm:t>
        <a:bodyPr/>
        <a:lstStyle/>
        <a:p>
          <a:endParaRPr lang="en-US"/>
        </a:p>
      </dgm:t>
    </dgm:pt>
    <dgm:pt modelId="{D248DE63-AE29-4E4D-898F-1E63839E3426}">
      <dgm:prSet/>
      <dgm:spPr/>
      <dgm:t>
        <a:bodyPr/>
        <a:lstStyle/>
        <a:p>
          <a:r>
            <a:rPr lang="en-US" b="0" i="0"/>
            <a:t>Personnel: ~$110,020</a:t>
          </a:r>
          <a:endParaRPr lang="en-US"/>
        </a:p>
      </dgm:t>
    </dgm:pt>
    <dgm:pt modelId="{08A33BC4-3215-4DA2-BA98-EFE18A8F1CD8}" type="parTrans" cxnId="{E797D935-A6B5-40CA-B646-4880A42CFF3B}">
      <dgm:prSet/>
      <dgm:spPr/>
      <dgm:t>
        <a:bodyPr/>
        <a:lstStyle/>
        <a:p>
          <a:endParaRPr lang="en-US"/>
        </a:p>
      </dgm:t>
    </dgm:pt>
    <dgm:pt modelId="{580C8F89-032E-4857-A8F3-D806647F01C3}" type="sibTrans" cxnId="{E797D935-A6B5-40CA-B646-4880A42CFF3B}">
      <dgm:prSet/>
      <dgm:spPr/>
      <dgm:t>
        <a:bodyPr/>
        <a:lstStyle/>
        <a:p>
          <a:endParaRPr lang="en-US"/>
        </a:p>
      </dgm:t>
    </dgm:pt>
    <dgm:pt modelId="{59E6759D-3421-4FD1-AC78-5482C25366F2}">
      <dgm:prSet/>
      <dgm:spPr/>
      <dgm:t>
        <a:bodyPr/>
        <a:lstStyle/>
        <a:p>
          <a:r>
            <a:rPr lang="en-US" b="0" i="0"/>
            <a:t>Contingency (10%): ~$12,400</a:t>
          </a:r>
          <a:endParaRPr lang="en-US"/>
        </a:p>
      </dgm:t>
    </dgm:pt>
    <dgm:pt modelId="{264AFA17-A36F-48B0-8CA6-8181B25A818F}" type="parTrans" cxnId="{36E0DA4D-46A8-4350-B241-B2A630FFAD78}">
      <dgm:prSet/>
      <dgm:spPr/>
      <dgm:t>
        <a:bodyPr/>
        <a:lstStyle/>
        <a:p>
          <a:endParaRPr lang="en-US"/>
        </a:p>
      </dgm:t>
    </dgm:pt>
    <dgm:pt modelId="{E35CA9CB-D7BC-4B4E-A723-E22AB19A8A4E}" type="sibTrans" cxnId="{36E0DA4D-46A8-4350-B241-B2A630FFAD78}">
      <dgm:prSet/>
      <dgm:spPr/>
      <dgm:t>
        <a:bodyPr/>
        <a:lstStyle/>
        <a:p>
          <a:endParaRPr lang="en-US"/>
        </a:p>
      </dgm:t>
    </dgm:pt>
    <dgm:pt modelId="{8893161E-64CD-436D-AF8B-BABD0861B0A3}">
      <dgm:prSet/>
      <dgm:spPr/>
      <dgm:t>
        <a:bodyPr/>
        <a:lstStyle/>
        <a:p>
          <a:r>
            <a:rPr lang="en-US" b="0" i="0"/>
            <a:t>Estimated Total: ~$136,500</a:t>
          </a:r>
          <a:endParaRPr lang="en-US"/>
        </a:p>
      </dgm:t>
    </dgm:pt>
    <dgm:pt modelId="{C5D2A1D3-3BCF-47A2-B5FB-2C65C0D24A16}" type="parTrans" cxnId="{E38DCC16-C1F3-4F10-A7D8-9519D377CDC0}">
      <dgm:prSet/>
      <dgm:spPr/>
      <dgm:t>
        <a:bodyPr/>
        <a:lstStyle/>
        <a:p>
          <a:endParaRPr lang="en-US"/>
        </a:p>
      </dgm:t>
    </dgm:pt>
    <dgm:pt modelId="{873E2BEF-86BF-4A0D-9FAE-9B5ACF66AE6D}" type="sibTrans" cxnId="{E38DCC16-C1F3-4F10-A7D8-9519D377CDC0}">
      <dgm:prSet/>
      <dgm:spPr/>
      <dgm:t>
        <a:bodyPr/>
        <a:lstStyle/>
        <a:p>
          <a:endParaRPr lang="en-US"/>
        </a:p>
      </dgm:t>
    </dgm:pt>
    <dgm:pt modelId="{0F5E9AAF-4535-4937-87CC-3C4BA61CBA35}" type="pres">
      <dgm:prSet presAssocID="{9D51137C-D81F-430C-804B-F58720538FA6}" presName="linear" presStyleCnt="0">
        <dgm:presLayoutVars>
          <dgm:dir/>
          <dgm:animLvl val="lvl"/>
          <dgm:resizeHandles val="exact"/>
        </dgm:presLayoutVars>
      </dgm:prSet>
      <dgm:spPr/>
    </dgm:pt>
    <dgm:pt modelId="{94D3262F-15A0-457B-AA27-93F1B94A44D4}" type="pres">
      <dgm:prSet presAssocID="{B6CE402A-773F-4270-BDAF-DCA103A61EE0}" presName="parentLin" presStyleCnt="0"/>
      <dgm:spPr/>
    </dgm:pt>
    <dgm:pt modelId="{E84640D5-EA1A-4BF2-8074-B60C67490126}" type="pres">
      <dgm:prSet presAssocID="{B6CE402A-773F-4270-BDAF-DCA103A61EE0}" presName="parentLeftMargin" presStyleLbl="node1" presStyleIdx="0" presStyleCnt="5"/>
      <dgm:spPr/>
    </dgm:pt>
    <dgm:pt modelId="{2D7FE4C3-B857-4336-A76B-6C588563A985}" type="pres">
      <dgm:prSet presAssocID="{B6CE402A-773F-4270-BDAF-DCA103A61EE0}" presName="parentText" presStyleLbl="node1" presStyleIdx="0" presStyleCnt="5">
        <dgm:presLayoutVars>
          <dgm:chMax val="0"/>
          <dgm:bulletEnabled val="1"/>
        </dgm:presLayoutVars>
      </dgm:prSet>
      <dgm:spPr/>
    </dgm:pt>
    <dgm:pt modelId="{0300E93C-6371-451C-AC9F-EA22D9CEB1B0}" type="pres">
      <dgm:prSet presAssocID="{B6CE402A-773F-4270-BDAF-DCA103A61EE0}" presName="negativeSpace" presStyleCnt="0"/>
      <dgm:spPr/>
    </dgm:pt>
    <dgm:pt modelId="{72DA2D2F-9B44-4721-8F8D-6AEE717EB275}" type="pres">
      <dgm:prSet presAssocID="{B6CE402A-773F-4270-BDAF-DCA103A61EE0}" presName="childText" presStyleLbl="conFgAcc1" presStyleIdx="0" presStyleCnt="5">
        <dgm:presLayoutVars>
          <dgm:bulletEnabled val="1"/>
        </dgm:presLayoutVars>
      </dgm:prSet>
      <dgm:spPr/>
    </dgm:pt>
    <dgm:pt modelId="{1F78F087-19FD-4BE2-9264-1AFE5AE816DB}" type="pres">
      <dgm:prSet presAssocID="{0C6CD4AC-A9E5-416E-9FAD-162EB2176A8F}" presName="spaceBetweenRectangles" presStyleCnt="0"/>
      <dgm:spPr/>
    </dgm:pt>
    <dgm:pt modelId="{D60EC422-D9A1-4AA7-ADB5-C830D9C7C682}" type="pres">
      <dgm:prSet presAssocID="{547BD114-DA5C-48B6-B2E5-2F1852892CD3}" presName="parentLin" presStyleCnt="0"/>
      <dgm:spPr/>
    </dgm:pt>
    <dgm:pt modelId="{A5FF878A-FCB8-4B47-B78C-5A39E84BEFDE}" type="pres">
      <dgm:prSet presAssocID="{547BD114-DA5C-48B6-B2E5-2F1852892CD3}" presName="parentLeftMargin" presStyleLbl="node1" presStyleIdx="0" presStyleCnt="5"/>
      <dgm:spPr/>
    </dgm:pt>
    <dgm:pt modelId="{6D961B4B-A233-405A-926D-B07E1AA4EF95}" type="pres">
      <dgm:prSet presAssocID="{547BD114-DA5C-48B6-B2E5-2F1852892CD3}" presName="parentText" presStyleLbl="node1" presStyleIdx="1" presStyleCnt="5">
        <dgm:presLayoutVars>
          <dgm:chMax val="0"/>
          <dgm:bulletEnabled val="1"/>
        </dgm:presLayoutVars>
      </dgm:prSet>
      <dgm:spPr/>
    </dgm:pt>
    <dgm:pt modelId="{9B5A8FDE-134E-4BE4-8799-F9B48D6CF596}" type="pres">
      <dgm:prSet presAssocID="{547BD114-DA5C-48B6-B2E5-2F1852892CD3}" presName="negativeSpace" presStyleCnt="0"/>
      <dgm:spPr/>
    </dgm:pt>
    <dgm:pt modelId="{85441F7C-8E38-4691-A9E2-D6A09C73C14C}" type="pres">
      <dgm:prSet presAssocID="{547BD114-DA5C-48B6-B2E5-2F1852892CD3}" presName="childText" presStyleLbl="conFgAcc1" presStyleIdx="1" presStyleCnt="5">
        <dgm:presLayoutVars>
          <dgm:bulletEnabled val="1"/>
        </dgm:presLayoutVars>
      </dgm:prSet>
      <dgm:spPr/>
    </dgm:pt>
    <dgm:pt modelId="{81FBDD54-8D33-4D96-8A30-C19DC23C7442}" type="pres">
      <dgm:prSet presAssocID="{AA25D5FC-F87B-49AB-B2C5-D77E4916F80D}" presName="spaceBetweenRectangles" presStyleCnt="0"/>
      <dgm:spPr/>
    </dgm:pt>
    <dgm:pt modelId="{C40512DF-31B5-4597-BE6B-54DA564E1210}" type="pres">
      <dgm:prSet presAssocID="{D248DE63-AE29-4E4D-898F-1E63839E3426}" presName="parentLin" presStyleCnt="0"/>
      <dgm:spPr/>
    </dgm:pt>
    <dgm:pt modelId="{CA0BF0AE-5E7F-4311-B4A4-4DD43858BB07}" type="pres">
      <dgm:prSet presAssocID="{D248DE63-AE29-4E4D-898F-1E63839E3426}" presName="parentLeftMargin" presStyleLbl="node1" presStyleIdx="1" presStyleCnt="5"/>
      <dgm:spPr/>
    </dgm:pt>
    <dgm:pt modelId="{B8C21283-BF40-4BC1-A2BC-D3297F1BD8F3}" type="pres">
      <dgm:prSet presAssocID="{D248DE63-AE29-4E4D-898F-1E63839E3426}" presName="parentText" presStyleLbl="node1" presStyleIdx="2" presStyleCnt="5">
        <dgm:presLayoutVars>
          <dgm:chMax val="0"/>
          <dgm:bulletEnabled val="1"/>
        </dgm:presLayoutVars>
      </dgm:prSet>
      <dgm:spPr/>
    </dgm:pt>
    <dgm:pt modelId="{A5818C08-8ADC-467E-AC5E-2125BF2C2B7E}" type="pres">
      <dgm:prSet presAssocID="{D248DE63-AE29-4E4D-898F-1E63839E3426}" presName="negativeSpace" presStyleCnt="0"/>
      <dgm:spPr/>
    </dgm:pt>
    <dgm:pt modelId="{9098FFC3-9714-4017-980A-33DC80E94C45}" type="pres">
      <dgm:prSet presAssocID="{D248DE63-AE29-4E4D-898F-1E63839E3426}" presName="childText" presStyleLbl="conFgAcc1" presStyleIdx="2" presStyleCnt="5">
        <dgm:presLayoutVars>
          <dgm:bulletEnabled val="1"/>
        </dgm:presLayoutVars>
      </dgm:prSet>
      <dgm:spPr/>
    </dgm:pt>
    <dgm:pt modelId="{63F08968-1877-49B8-9988-8454DF1EFAAE}" type="pres">
      <dgm:prSet presAssocID="{580C8F89-032E-4857-A8F3-D806647F01C3}" presName="spaceBetweenRectangles" presStyleCnt="0"/>
      <dgm:spPr/>
    </dgm:pt>
    <dgm:pt modelId="{2837FDA8-941F-482E-A145-736325575AB3}" type="pres">
      <dgm:prSet presAssocID="{59E6759D-3421-4FD1-AC78-5482C25366F2}" presName="parentLin" presStyleCnt="0"/>
      <dgm:spPr/>
    </dgm:pt>
    <dgm:pt modelId="{82A0E698-BE9E-4AAC-B4FD-05437B362DE8}" type="pres">
      <dgm:prSet presAssocID="{59E6759D-3421-4FD1-AC78-5482C25366F2}" presName="parentLeftMargin" presStyleLbl="node1" presStyleIdx="2" presStyleCnt="5"/>
      <dgm:spPr/>
    </dgm:pt>
    <dgm:pt modelId="{A66C3A7B-8233-4499-86A6-54D605278F01}" type="pres">
      <dgm:prSet presAssocID="{59E6759D-3421-4FD1-AC78-5482C25366F2}" presName="parentText" presStyleLbl="node1" presStyleIdx="3" presStyleCnt="5">
        <dgm:presLayoutVars>
          <dgm:chMax val="0"/>
          <dgm:bulletEnabled val="1"/>
        </dgm:presLayoutVars>
      </dgm:prSet>
      <dgm:spPr/>
    </dgm:pt>
    <dgm:pt modelId="{396B5364-DCF3-4B51-AEC0-DE3F05951528}" type="pres">
      <dgm:prSet presAssocID="{59E6759D-3421-4FD1-AC78-5482C25366F2}" presName="negativeSpace" presStyleCnt="0"/>
      <dgm:spPr/>
    </dgm:pt>
    <dgm:pt modelId="{2699E193-DF1D-43C9-B52A-5D730F7F607D}" type="pres">
      <dgm:prSet presAssocID="{59E6759D-3421-4FD1-AC78-5482C25366F2}" presName="childText" presStyleLbl="conFgAcc1" presStyleIdx="3" presStyleCnt="5">
        <dgm:presLayoutVars>
          <dgm:bulletEnabled val="1"/>
        </dgm:presLayoutVars>
      </dgm:prSet>
      <dgm:spPr/>
    </dgm:pt>
    <dgm:pt modelId="{9AB1773D-737B-40E1-B975-1A0003FFE70F}" type="pres">
      <dgm:prSet presAssocID="{E35CA9CB-D7BC-4B4E-A723-E22AB19A8A4E}" presName="spaceBetweenRectangles" presStyleCnt="0"/>
      <dgm:spPr/>
    </dgm:pt>
    <dgm:pt modelId="{220CEEE4-715E-440C-82D2-E18DE007A700}" type="pres">
      <dgm:prSet presAssocID="{8893161E-64CD-436D-AF8B-BABD0861B0A3}" presName="parentLin" presStyleCnt="0"/>
      <dgm:spPr/>
    </dgm:pt>
    <dgm:pt modelId="{BE46C4EC-8C3B-406F-A4D4-90240C94594F}" type="pres">
      <dgm:prSet presAssocID="{8893161E-64CD-436D-AF8B-BABD0861B0A3}" presName="parentLeftMargin" presStyleLbl="node1" presStyleIdx="3" presStyleCnt="5"/>
      <dgm:spPr/>
    </dgm:pt>
    <dgm:pt modelId="{FB683DB6-06D9-46E2-9EF6-5CB16B955D39}" type="pres">
      <dgm:prSet presAssocID="{8893161E-64CD-436D-AF8B-BABD0861B0A3}" presName="parentText" presStyleLbl="node1" presStyleIdx="4" presStyleCnt="5">
        <dgm:presLayoutVars>
          <dgm:chMax val="0"/>
          <dgm:bulletEnabled val="1"/>
        </dgm:presLayoutVars>
      </dgm:prSet>
      <dgm:spPr/>
    </dgm:pt>
    <dgm:pt modelId="{4E0B1294-BAE7-4433-BB97-48B20C1A7366}" type="pres">
      <dgm:prSet presAssocID="{8893161E-64CD-436D-AF8B-BABD0861B0A3}" presName="negativeSpace" presStyleCnt="0"/>
      <dgm:spPr/>
    </dgm:pt>
    <dgm:pt modelId="{AB3FCA5C-47EE-4D8E-ADC8-2FBB20A0888E}" type="pres">
      <dgm:prSet presAssocID="{8893161E-64CD-436D-AF8B-BABD0861B0A3}" presName="childText" presStyleLbl="conFgAcc1" presStyleIdx="4" presStyleCnt="5">
        <dgm:presLayoutVars>
          <dgm:bulletEnabled val="1"/>
        </dgm:presLayoutVars>
      </dgm:prSet>
      <dgm:spPr/>
    </dgm:pt>
  </dgm:ptLst>
  <dgm:cxnLst>
    <dgm:cxn modelId="{B98A2600-D1B3-4AC0-99DB-720578C7665E}" type="presOf" srcId="{D248DE63-AE29-4E4D-898F-1E63839E3426}" destId="{B8C21283-BF40-4BC1-A2BC-D3297F1BD8F3}" srcOrd="1" destOrd="0" presId="urn:microsoft.com/office/officeart/2005/8/layout/list1"/>
    <dgm:cxn modelId="{F0F75B07-0137-4E8A-B8E0-32ACA677B20C}" type="presOf" srcId="{547BD114-DA5C-48B6-B2E5-2F1852892CD3}" destId="{A5FF878A-FCB8-4B47-B78C-5A39E84BEFDE}" srcOrd="0" destOrd="0" presId="urn:microsoft.com/office/officeart/2005/8/layout/list1"/>
    <dgm:cxn modelId="{E38DCC16-C1F3-4F10-A7D8-9519D377CDC0}" srcId="{9D51137C-D81F-430C-804B-F58720538FA6}" destId="{8893161E-64CD-436D-AF8B-BABD0861B0A3}" srcOrd="4" destOrd="0" parTransId="{C5D2A1D3-3BCF-47A2-B5FB-2C65C0D24A16}" sibTransId="{873E2BEF-86BF-4A0D-9FAE-9B5ACF66AE6D}"/>
    <dgm:cxn modelId="{2EF56C25-459F-4003-BCF3-764F06B33BDA}" type="presOf" srcId="{8893161E-64CD-436D-AF8B-BABD0861B0A3}" destId="{BE46C4EC-8C3B-406F-A4D4-90240C94594F}" srcOrd="0" destOrd="0" presId="urn:microsoft.com/office/officeart/2005/8/layout/list1"/>
    <dgm:cxn modelId="{0CC0B025-472A-4420-AF72-8BB79F640344}" type="presOf" srcId="{59E6759D-3421-4FD1-AC78-5482C25366F2}" destId="{A66C3A7B-8233-4499-86A6-54D605278F01}" srcOrd="1" destOrd="0" presId="urn:microsoft.com/office/officeart/2005/8/layout/list1"/>
    <dgm:cxn modelId="{E522882B-779F-4E83-8B62-1EBCA92024F4}" type="presOf" srcId="{547BD114-DA5C-48B6-B2E5-2F1852892CD3}" destId="{6D961B4B-A233-405A-926D-B07E1AA4EF95}" srcOrd="1" destOrd="0" presId="urn:microsoft.com/office/officeart/2005/8/layout/list1"/>
    <dgm:cxn modelId="{E797D935-A6B5-40CA-B646-4880A42CFF3B}" srcId="{9D51137C-D81F-430C-804B-F58720538FA6}" destId="{D248DE63-AE29-4E4D-898F-1E63839E3426}" srcOrd="2" destOrd="0" parTransId="{08A33BC4-3215-4DA2-BA98-EFE18A8F1CD8}" sibTransId="{580C8F89-032E-4857-A8F3-D806647F01C3}"/>
    <dgm:cxn modelId="{36F0B73A-717E-4851-8D3E-765E2CEA4CDE}" srcId="{9D51137C-D81F-430C-804B-F58720538FA6}" destId="{547BD114-DA5C-48B6-B2E5-2F1852892CD3}" srcOrd="1" destOrd="0" parTransId="{04518BB6-F986-4BF7-B760-068C85CA0A40}" sibTransId="{AA25D5FC-F87B-49AB-B2C5-D77E4916F80D}"/>
    <dgm:cxn modelId="{36E0DA4D-46A8-4350-B241-B2A630FFAD78}" srcId="{9D51137C-D81F-430C-804B-F58720538FA6}" destId="{59E6759D-3421-4FD1-AC78-5482C25366F2}" srcOrd="3" destOrd="0" parTransId="{264AFA17-A36F-48B0-8CA6-8181B25A818F}" sibTransId="{E35CA9CB-D7BC-4B4E-A723-E22AB19A8A4E}"/>
    <dgm:cxn modelId="{97782570-AB77-43E9-B1C8-F2B2D3A529D5}" type="presOf" srcId="{B6CE402A-773F-4270-BDAF-DCA103A61EE0}" destId="{E84640D5-EA1A-4BF2-8074-B60C67490126}" srcOrd="0" destOrd="0" presId="urn:microsoft.com/office/officeart/2005/8/layout/list1"/>
    <dgm:cxn modelId="{CEE2E484-3353-4086-BCAD-B7D54B7AF98C}" srcId="{9D51137C-D81F-430C-804B-F58720538FA6}" destId="{B6CE402A-773F-4270-BDAF-DCA103A61EE0}" srcOrd="0" destOrd="0" parTransId="{449C4170-940A-4D0C-84F5-FB2568756F81}" sibTransId="{0C6CD4AC-A9E5-416E-9FAD-162EB2176A8F}"/>
    <dgm:cxn modelId="{9E1B1E8B-20C7-407E-9764-E587776115EC}" type="presOf" srcId="{9D51137C-D81F-430C-804B-F58720538FA6}" destId="{0F5E9AAF-4535-4937-87CC-3C4BA61CBA35}" srcOrd="0" destOrd="0" presId="urn:microsoft.com/office/officeart/2005/8/layout/list1"/>
    <dgm:cxn modelId="{B024CF9C-7FFD-4DCD-9F36-7C564A24AA86}" type="presOf" srcId="{B6CE402A-773F-4270-BDAF-DCA103A61EE0}" destId="{2D7FE4C3-B857-4336-A76B-6C588563A985}" srcOrd="1" destOrd="0" presId="urn:microsoft.com/office/officeart/2005/8/layout/list1"/>
    <dgm:cxn modelId="{021A08B7-33A4-4F6F-85C2-FBBEF7DE6DEC}" type="presOf" srcId="{D248DE63-AE29-4E4D-898F-1E63839E3426}" destId="{CA0BF0AE-5E7F-4311-B4A4-4DD43858BB07}" srcOrd="0" destOrd="0" presId="urn:microsoft.com/office/officeart/2005/8/layout/list1"/>
    <dgm:cxn modelId="{0DCF87BD-11BA-4A48-BCE8-35906144876B}" type="presOf" srcId="{8893161E-64CD-436D-AF8B-BABD0861B0A3}" destId="{FB683DB6-06D9-46E2-9EF6-5CB16B955D39}" srcOrd="1" destOrd="0" presId="urn:microsoft.com/office/officeart/2005/8/layout/list1"/>
    <dgm:cxn modelId="{24C97AFC-01E9-4ADD-BC3C-1A197A678A46}" type="presOf" srcId="{59E6759D-3421-4FD1-AC78-5482C25366F2}" destId="{82A0E698-BE9E-4AAC-B4FD-05437B362DE8}" srcOrd="0" destOrd="0" presId="urn:microsoft.com/office/officeart/2005/8/layout/list1"/>
    <dgm:cxn modelId="{8375BD3B-2B66-493A-A87A-654CB61345C3}" type="presParOf" srcId="{0F5E9AAF-4535-4937-87CC-3C4BA61CBA35}" destId="{94D3262F-15A0-457B-AA27-93F1B94A44D4}" srcOrd="0" destOrd="0" presId="urn:microsoft.com/office/officeart/2005/8/layout/list1"/>
    <dgm:cxn modelId="{F94D7B92-484C-4C03-A44C-9D870B614EB0}" type="presParOf" srcId="{94D3262F-15A0-457B-AA27-93F1B94A44D4}" destId="{E84640D5-EA1A-4BF2-8074-B60C67490126}" srcOrd="0" destOrd="0" presId="urn:microsoft.com/office/officeart/2005/8/layout/list1"/>
    <dgm:cxn modelId="{20B3B8B1-7A5B-4D2E-99CA-923047E6219C}" type="presParOf" srcId="{94D3262F-15A0-457B-AA27-93F1B94A44D4}" destId="{2D7FE4C3-B857-4336-A76B-6C588563A985}" srcOrd="1" destOrd="0" presId="urn:microsoft.com/office/officeart/2005/8/layout/list1"/>
    <dgm:cxn modelId="{43149785-F066-4537-88E4-ED5277CA918B}" type="presParOf" srcId="{0F5E9AAF-4535-4937-87CC-3C4BA61CBA35}" destId="{0300E93C-6371-451C-AC9F-EA22D9CEB1B0}" srcOrd="1" destOrd="0" presId="urn:microsoft.com/office/officeart/2005/8/layout/list1"/>
    <dgm:cxn modelId="{A21990B3-C9EF-4CAD-B806-DC4C5AF9AE3D}" type="presParOf" srcId="{0F5E9AAF-4535-4937-87CC-3C4BA61CBA35}" destId="{72DA2D2F-9B44-4721-8F8D-6AEE717EB275}" srcOrd="2" destOrd="0" presId="urn:microsoft.com/office/officeart/2005/8/layout/list1"/>
    <dgm:cxn modelId="{FED7F291-777C-402B-A8CF-EC88E0B09534}" type="presParOf" srcId="{0F5E9AAF-4535-4937-87CC-3C4BA61CBA35}" destId="{1F78F087-19FD-4BE2-9264-1AFE5AE816DB}" srcOrd="3" destOrd="0" presId="urn:microsoft.com/office/officeart/2005/8/layout/list1"/>
    <dgm:cxn modelId="{B2FAE385-8815-4D60-9BF1-914242339BAC}" type="presParOf" srcId="{0F5E9AAF-4535-4937-87CC-3C4BA61CBA35}" destId="{D60EC422-D9A1-4AA7-ADB5-C830D9C7C682}" srcOrd="4" destOrd="0" presId="urn:microsoft.com/office/officeart/2005/8/layout/list1"/>
    <dgm:cxn modelId="{31BE70EE-1A97-45C5-AF83-A61FDF26B971}" type="presParOf" srcId="{D60EC422-D9A1-4AA7-ADB5-C830D9C7C682}" destId="{A5FF878A-FCB8-4B47-B78C-5A39E84BEFDE}" srcOrd="0" destOrd="0" presId="urn:microsoft.com/office/officeart/2005/8/layout/list1"/>
    <dgm:cxn modelId="{FD00C9FC-5240-4C63-A897-6F409E8CB07B}" type="presParOf" srcId="{D60EC422-D9A1-4AA7-ADB5-C830D9C7C682}" destId="{6D961B4B-A233-405A-926D-B07E1AA4EF95}" srcOrd="1" destOrd="0" presId="urn:microsoft.com/office/officeart/2005/8/layout/list1"/>
    <dgm:cxn modelId="{49DE0586-D162-457E-85BA-82AC81347DDA}" type="presParOf" srcId="{0F5E9AAF-4535-4937-87CC-3C4BA61CBA35}" destId="{9B5A8FDE-134E-4BE4-8799-F9B48D6CF596}" srcOrd="5" destOrd="0" presId="urn:microsoft.com/office/officeart/2005/8/layout/list1"/>
    <dgm:cxn modelId="{D27250C8-4E2A-4A71-A04E-124C75055425}" type="presParOf" srcId="{0F5E9AAF-4535-4937-87CC-3C4BA61CBA35}" destId="{85441F7C-8E38-4691-A9E2-D6A09C73C14C}" srcOrd="6" destOrd="0" presId="urn:microsoft.com/office/officeart/2005/8/layout/list1"/>
    <dgm:cxn modelId="{D071019C-20A0-44DA-88AD-3A159AEBB7EC}" type="presParOf" srcId="{0F5E9AAF-4535-4937-87CC-3C4BA61CBA35}" destId="{81FBDD54-8D33-4D96-8A30-C19DC23C7442}" srcOrd="7" destOrd="0" presId="urn:microsoft.com/office/officeart/2005/8/layout/list1"/>
    <dgm:cxn modelId="{71F52A19-869D-4CD2-9578-695757E63E96}" type="presParOf" srcId="{0F5E9AAF-4535-4937-87CC-3C4BA61CBA35}" destId="{C40512DF-31B5-4597-BE6B-54DA564E1210}" srcOrd="8" destOrd="0" presId="urn:microsoft.com/office/officeart/2005/8/layout/list1"/>
    <dgm:cxn modelId="{FC827DB6-50B0-4763-A0FF-5B5F2916C1C2}" type="presParOf" srcId="{C40512DF-31B5-4597-BE6B-54DA564E1210}" destId="{CA0BF0AE-5E7F-4311-B4A4-4DD43858BB07}" srcOrd="0" destOrd="0" presId="urn:microsoft.com/office/officeart/2005/8/layout/list1"/>
    <dgm:cxn modelId="{9828019C-A637-41E7-A25B-65196C74A070}" type="presParOf" srcId="{C40512DF-31B5-4597-BE6B-54DA564E1210}" destId="{B8C21283-BF40-4BC1-A2BC-D3297F1BD8F3}" srcOrd="1" destOrd="0" presId="urn:microsoft.com/office/officeart/2005/8/layout/list1"/>
    <dgm:cxn modelId="{2BA0C19D-6AB7-4126-9A89-75DDF7521030}" type="presParOf" srcId="{0F5E9AAF-4535-4937-87CC-3C4BA61CBA35}" destId="{A5818C08-8ADC-467E-AC5E-2125BF2C2B7E}" srcOrd="9" destOrd="0" presId="urn:microsoft.com/office/officeart/2005/8/layout/list1"/>
    <dgm:cxn modelId="{7360CAAD-8E58-4902-B752-E38280181C9D}" type="presParOf" srcId="{0F5E9AAF-4535-4937-87CC-3C4BA61CBA35}" destId="{9098FFC3-9714-4017-980A-33DC80E94C45}" srcOrd="10" destOrd="0" presId="urn:microsoft.com/office/officeart/2005/8/layout/list1"/>
    <dgm:cxn modelId="{D363CEF3-D475-4BB7-8F7B-F39DE4CD8DC7}" type="presParOf" srcId="{0F5E9AAF-4535-4937-87CC-3C4BA61CBA35}" destId="{63F08968-1877-49B8-9988-8454DF1EFAAE}" srcOrd="11" destOrd="0" presId="urn:microsoft.com/office/officeart/2005/8/layout/list1"/>
    <dgm:cxn modelId="{3E66224D-ED29-4117-A7E7-1873EEB1C45F}" type="presParOf" srcId="{0F5E9AAF-4535-4937-87CC-3C4BA61CBA35}" destId="{2837FDA8-941F-482E-A145-736325575AB3}" srcOrd="12" destOrd="0" presId="urn:microsoft.com/office/officeart/2005/8/layout/list1"/>
    <dgm:cxn modelId="{0CF67F3A-3D33-42CB-B358-DAAE6086E9DB}" type="presParOf" srcId="{2837FDA8-941F-482E-A145-736325575AB3}" destId="{82A0E698-BE9E-4AAC-B4FD-05437B362DE8}" srcOrd="0" destOrd="0" presId="urn:microsoft.com/office/officeart/2005/8/layout/list1"/>
    <dgm:cxn modelId="{ED50AF60-B315-44F2-BB66-CD520188B2B0}" type="presParOf" srcId="{2837FDA8-941F-482E-A145-736325575AB3}" destId="{A66C3A7B-8233-4499-86A6-54D605278F01}" srcOrd="1" destOrd="0" presId="urn:microsoft.com/office/officeart/2005/8/layout/list1"/>
    <dgm:cxn modelId="{3C2F5807-FA13-4EB5-994F-EC830F745973}" type="presParOf" srcId="{0F5E9AAF-4535-4937-87CC-3C4BA61CBA35}" destId="{396B5364-DCF3-4B51-AEC0-DE3F05951528}" srcOrd="13" destOrd="0" presId="urn:microsoft.com/office/officeart/2005/8/layout/list1"/>
    <dgm:cxn modelId="{CB24E55B-1C86-43AD-8DC7-B9B0FC3D89B4}" type="presParOf" srcId="{0F5E9AAF-4535-4937-87CC-3C4BA61CBA35}" destId="{2699E193-DF1D-43C9-B52A-5D730F7F607D}" srcOrd="14" destOrd="0" presId="urn:microsoft.com/office/officeart/2005/8/layout/list1"/>
    <dgm:cxn modelId="{B4132DE9-85A8-4129-AFFA-06D613E58C02}" type="presParOf" srcId="{0F5E9AAF-4535-4937-87CC-3C4BA61CBA35}" destId="{9AB1773D-737B-40E1-B975-1A0003FFE70F}" srcOrd="15" destOrd="0" presId="urn:microsoft.com/office/officeart/2005/8/layout/list1"/>
    <dgm:cxn modelId="{11523861-49A6-4FE4-9CED-485A1885B5C5}" type="presParOf" srcId="{0F5E9AAF-4535-4937-87CC-3C4BA61CBA35}" destId="{220CEEE4-715E-440C-82D2-E18DE007A700}" srcOrd="16" destOrd="0" presId="urn:microsoft.com/office/officeart/2005/8/layout/list1"/>
    <dgm:cxn modelId="{9A178340-56A0-4D05-8014-BAB1ABB4DE91}" type="presParOf" srcId="{220CEEE4-715E-440C-82D2-E18DE007A700}" destId="{BE46C4EC-8C3B-406F-A4D4-90240C94594F}" srcOrd="0" destOrd="0" presId="urn:microsoft.com/office/officeart/2005/8/layout/list1"/>
    <dgm:cxn modelId="{D57B8F4F-4D12-430A-84A2-0CC8754A78EA}" type="presParOf" srcId="{220CEEE4-715E-440C-82D2-E18DE007A700}" destId="{FB683DB6-06D9-46E2-9EF6-5CB16B955D39}" srcOrd="1" destOrd="0" presId="urn:microsoft.com/office/officeart/2005/8/layout/list1"/>
    <dgm:cxn modelId="{E34738F9-D8CF-4F77-BD65-568F73F25AA3}" type="presParOf" srcId="{0F5E9AAF-4535-4937-87CC-3C4BA61CBA35}" destId="{4E0B1294-BAE7-4433-BB97-48B20C1A7366}" srcOrd="17" destOrd="0" presId="urn:microsoft.com/office/officeart/2005/8/layout/list1"/>
    <dgm:cxn modelId="{43200352-F857-4B65-BAD4-3FEFE347F1DE}" type="presParOf" srcId="{0F5E9AAF-4535-4937-87CC-3C4BA61CBA35}" destId="{AB3FCA5C-47EE-4D8E-ADC8-2FBB20A0888E}"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BC33A46-CFDF-4B96-B003-6E437DC9BB96}"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0113C7F-55FC-42D8-9E9A-612B1ED0D83A}">
      <dgm:prSet/>
      <dgm:spPr/>
      <dgm:t>
        <a:bodyPr/>
        <a:lstStyle/>
        <a:p>
          <a:pPr>
            <a:defRPr cap="all"/>
          </a:pPr>
          <a:r>
            <a:rPr lang="en-US" b="0" i="0"/>
            <a:t>January 1 - April 30 (4 Months with 4 developers)</a:t>
          </a:r>
          <a:endParaRPr lang="en-US"/>
        </a:p>
      </dgm:t>
    </dgm:pt>
    <dgm:pt modelId="{7E552253-B8B0-4075-AC6B-5CF173EBF941}" type="parTrans" cxnId="{F1D8B899-5405-4A43-BD53-7AA91377B863}">
      <dgm:prSet/>
      <dgm:spPr/>
      <dgm:t>
        <a:bodyPr/>
        <a:lstStyle/>
        <a:p>
          <a:endParaRPr lang="en-US"/>
        </a:p>
      </dgm:t>
    </dgm:pt>
    <dgm:pt modelId="{808CECBD-01B9-44F3-B038-E3B03349D9F7}" type="sibTrans" cxnId="{F1D8B899-5405-4A43-BD53-7AA91377B863}">
      <dgm:prSet/>
      <dgm:spPr/>
      <dgm:t>
        <a:bodyPr/>
        <a:lstStyle/>
        <a:p>
          <a:endParaRPr lang="en-US"/>
        </a:p>
      </dgm:t>
    </dgm:pt>
    <dgm:pt modelId="{9DA6697A-EBF3-4C36-8F84-CF4FCADA057C}">
      <dgm:prSet/>
      <dgm:spPr/>
      <dgm:t>
        <a:bodyPr/>
        <a:lstStyle/>
        <a:p>
          <a:pPr>
            <a:defRPr cap="all"/>
          </a:pPr>
          <a:r>
            <a:rPr lang="en-US" b="0" i="0"/>
            <a:t>1st Month - UI/UX design and DB can be designed and setup at the same time</a:t>
          </a:r>
          <a:endParaRPr lang="en-US"/>
        </a:p>
      </dgm:t>
    </dgm:pt>
    <dgm:pt modelId="{3F8EF77E-1B60-4DC8-B50F-126F5D78F65F}" type="parTrans" cxnId="{430BD0F9-8BFD-48A4-8480-BD3B19727B0C}">
      <dgm:prSet/>
      <dgm:spPr/>
      <dgm:t>
        <a:bodyPr/>
        <a:lstStyle/>
        <a:p>
          <a:endParaRPr lang="en-US"/>
        </a:p>
      </dgm:t>
    </dgm:pt>
    <dgm:pt modelId="{D44302D1-C464-4DA0-A718-B8E2031AD32C}" type="sibTrans" cxnId="{430BD0F9-8BFD-48A4-8480-BD3B19727B0C}">
      <dgm:prSet/>
      <dgm:spPr/>
      <dgm:t>
        <a:bodyPr/>
        <a:lstStyle/>
        <a:p>
          <a:endParaRPr lang="en-US"/>
        </a:p>
      </dgm:t>
    </dgm:pt>
    <dgm:pt modelId="{F542A18C-31D3-4D61-98BE-DB45E5E22015}">
      <dgm:prSet/>
      <dgm:spPr/>
      <dgm:t>
        <a:bodyPr/>
        <a:lstStyle/>
        <a:p>
          <a:pPr>
            <a:defRPr cap="all"/>
          </a:pPr>
          <a:r>
            <a:rPr lang="en-US" b="0" i="0"/>
            <a:t>2nd Month - The backend API needs to be created to update data in the DB</a:t>
          </a:r>
          <a:endParaRPr lang="en-US"/>
        </a:p>
      </dgm:t>
    </dgm:pt>
    <dgm:pt modelId="{798BE1C5-3423-4BF6-A98C-98A0FCD674AE}" type="parTrans" cxnId="{20992A34-A512-48D5-A0FD-15AF6A156328}">
      <dgm:prSet/>
      <dgm:spPr/>
      <dgm:t>
        <a:bodyPr/>
        <a:lstStyle/>
        <a:p>
          <a:endParaRPr lang="en-US"/>
        </a:p>
      </dgm:t>
    </dgm:pt>
    <dgm:pt modelId="{AA71BE82-F537-4B2B-A88E-CB0F9E6F6BA1}" type="sibTrans" cxnId="{20992A34-A512-48D5-A0FD-15AF6A156328}">
      <dgm:prSet/>
      <dgm:spPr/>
      <dgm:t>
        <a:bodyPr/>
        <a:lstStyle/>
        <a:p>
          <a:endParaRPr lang="en-US"/>
        </a:p>
      </dgm:t>
    </dgm:pt>
    <dgm:pt modelId="{37AB894F-0391-46FD-B982-1D694BE39AB7}">
      <dgm:prSet/>
      <dgm:spPr/>
      <dgm:t>
        <a:bodyPr/>
        <a:lstStyle/>
        <a:p>
          <a:pPr>
            <a:defRPr cap="all"/>
          </a:pPr>
          <a:r>
            <a:rPr lang="en-US" b="0" i="0"/>
            <a:t>3rd Month - The frontend can be created with the API endpoints created</a:t>
          </a:r>
          <a:endParaRPr lang="en-US"/>
        </a:p>
      </dgm:t>
    </dgm:pt>
    <dgm:pt modelId="{94965B35-8C3D-4F6E-97CB-0442EE55BBBA}" type="parTrans" cxnId="{591AFE1B-4E2A-41C7-9E4B-A2E93866C3D7}">
      <dgm:prSet/>
      <dgm:spPr/>
      <dgm:t>
        <a:bodyPr/>
        <a:lstStyle/>
        <a:p>
          <a:endParaRPr lang="en-US"/>
        </a:p>
      </dgm:t>
    </dgm:pt>
    <dgm:pt modelId="{1479C53D-F55A-4804-81DF-8D409375FE7E}" type="sibTrans" cxnId="{591AFE1B-4E2A-41C7-9E4B-A2E93866C3D7}">
      <dgm:prSet/>
      <dgm:spPr/>
      <dgm:t>
        <a:bodyPr/>
        <a:lstStyle/>
        <a:p>
          <a:endParaRPr lang="en-US"/>
        </a:p>
      </dgm:t>
    </dgm:pt>
    <dgm:pt modelId="{28F86645-01AD-485E-AD43-5B8905258A1A}">
      <dgm:prSet/>
      <dgm:spPr/>
      <dgm:t>
        <a:bodyPr/>
        <a:lstStyle/>
        <a:p>
          <a:pPr>
            <a:defRPr cap="all"/>
          </a:pPr>
          <a:r>
            <a:rPr lang="en-US" b="0" i="0"/>
            <a:t>4th Month - Continue on frontend development and add analytics</a:t>
          </a:r>
          <a:endParaRPr lang="en-US"/>
        </a:p>
      </dgm:t>
    </dgm:pt>
    <dgm:pt modelId="{77F0A6F6-387F-41E2-A6C8-CAC34E3B863A}" type="parTrans" cxnId="{FC548009-BA98-4B06-99F6-8A446BF59B52}">
      <dgm:prSet/>
      <dgm:spPr/>
      <dgm:t>
        <a:bodyPr/>
        <a:lstStyle/>
        <a:p>
          <a:endParaRPr lang="en-US"/>
        </a:p>
      </dgm:t>
    </dgm:pt>
    <dgm:pt modelId="{2907FBDC-53D6-4B31-9570-9C12A6FF9164}" type="sibTrans" cxnId="{FC548009-BA98-4B06-99F6-8A446BF59B52}">
      <dgm:prSet/>
      <dgm:spPr/>
      <dgm:t>
        <a:bodyPr/>
        <a:lstStyle/>
        <a:p>
          <a:endParaRPr lang="en-US"/>
        </a:p>
      </dgm:t>
    </dgm:pt>
    <dgm:pt modelId="{6CF8BF1B-3BB9-4EB9-8627-0BBF916BFF23}" type="pres">
      <dgm:prSet presAssocID="{5BC33A46-CFDF-4B96-B003-6E437DC9BB96}" presName="root" presStyleCnt="0">
        <dgm:presLayoutVars>
          <dgm:dir/>
          <dgm:resizeHandles val="exact"/>
        </dgm:presLayoutVars>
      </dgm:prSet>
      <dgm:spPr/>
    </dgm:pt>
    <dgm:pt modelId="{8319F412-1B00-46EA-A748-1E0CA37EC580}" type="pres">
      <dgm:prSet presAssocID="{70113C7F-55FC-42D8-9E9A-612B1ED0D83A}" presName="compNode" presStyleCnt="0"/>
      <dgm:spPr/>
    </dgm:pt>
    <dgm:pt modelId="{CC43D64F-9461-423B-94BD-2B77A15A9A73}" type="pres">
      <dgm:prSet presAssocID="{70113C7F-55FC-42D8-9E9A-612B1ED0D83A}" presName="iconBgRect" presStyleLbl="bgShp" presStyleIdx="0" presStyleCnt="5"/>
      <dgm:spPr/>
    </dgm:pt>
    <dgm:pt modelId="{DE34C5D4-5FAD-424F-9663-98D259A97763}" type="pres">
      <dgm:prSet presAssocID="{70113C7F-55FC-42D8-9E9A-612B1ED0D83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E82C59BB-BD13-4412-A036-C2473896B7E9}" type="pres">
      <dgm:prSet presAssocID="{70113C7F-55FC-42D8-9E9A-612B1ED0D83A}" presName="spaceRect" presStyleCnt="0"/>
      <dgm:spPr/>
    </dgm:pt>
    <dgm:pt modelId="{F7E08A14-DBE1-4C37-9260-5466E4C07B0A}" type="pres">
      <dgm:prSet presAssocID="{70113C7F-55FC-42D8-9E9A-612B1ED0D83A}" presName="textRect" presStyleLbl="revTx" presStyleIdx="0" presStyleCnt="5">
        <dgm:presLayoutVars>
          <dgm:chMax val="1"/>
          <dgm:chPref val="1"/>
        </dgm:presLayoutVars>
      </dgm:prSet>
      <dgm:spPr/>
    </dgm:pt>
    <dgm:pt modelId="{BA39F160-FC53-4084-A273-588FF1706625}" type="pres">
      <dgm:prSet presAssocID="{808CECBD-01B9-44F3-B038-E3B03349D9F7}" presName="sibTrans" presStyleCnt="0"/>
      <dgm:spPr/>
    </dgm:pt>
    <dgm:pt modelId="{6C11011E-9E19-44B2-BEE4-CF5377D3BAB5}" type="pres">
      <dgm:prSet presAssocID="{9DA6697A-EBF3-4C36-8F84-CF4FCADA057C}" presName="compNode" presStyleCnt="0"/>
      <dgm:spPr/>
    </dgm:pt>
    <dgm:pt modelId="{E2C62C69-BE09-4FB4-81B7-D4098D20B5CA}" type="pres">
      <dgm:prSet presAssocID="{9DA6697A-EBF3-4C36-8F84-CF4FCADA057C}" presName="iconBgRect" presStyleLbl="bgShp" presStyleIdx="1" presStyleCnt="5"/>
      <dgm:spPr/>
    </dgm:pt>
    <dgm:pt modelId="{F9486933-46C8-4F3F-900A-E7ECE641A68E}" type="pres">
      <dgm:prSet presAssocID="{9DA6697A-EBF3-4C36-8F84-CF4FCADA057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FFBEB0C2-C213-4F66-A9C1-7913B351B1EA}" type="pres">
      <dgm:prSet presAssocID="{9DA6697A-EBF3-4C36-8F84-CF4FCADA057C}" presName="spaceRect" presStyleCnt="0"/>
      <dgm:spPr/>
    </dgm:pt>
    <dgm:pt modelId="{48FCF0C0-D445-4D79-AC36-DFBCD17FF198}" type="pres">
      <dgm:prSet presAssocID="{9DA6697A-EBF3-4C36-8F84-CF4FCADA057C}" presName="textRect" presStyleLbl="revTx" presStyleIdx="1" presStyleCnt="5">
        <dgm:presLayoutVars>
          <dgm:chMax val="1"/>
          <dgm:chPref val="1"/>
        </dgm:presLayoutVars>
      </dgm:prSet>
      <dgm:spPr/>
    </dgm:pt>
    <dgm:pt modelId="{85EBAEE5-DD91-4F6E-8F5E-18249F945048}" type="pres">
      <dgm:prSet presAssocID="{D44302D1-C464-4DA0-A718-B8E2031AD32C}" presName="sibTrans" presStyleCnt="0"/>
      <dgm:spPr/>
    </dgm:pt>
    <dgm:pt modelId="{B815A91C-3EDE-4BE9-BBE5-14BB13D046C1}" type="pres">
      <dgm:prSet presAssocID="{F542A18C-31D3-4D61-98BE-DB45E5E22015}" presName="compNode" presStyleCnt="0"/>
      <dgm:spPr/>
    </dgm:pt>
    <dgm:pt modelId="{763B1BC1-86AD-490A-9942-737A727BC87F}" type="pres">
      <dgm:prSet presAssocID="{F542A18C-31D3-4D61-98BE-DB45E5E22015}" presName="iconBgRect" presStyleLbl="bgShp" presStyleIdx="2" presStyleCnt="5"/>
      <dgm:spPr/>
    </dgm:pt>
    <dgm:pt modelId="{C9C60B7E-D4C1-4844-9807-31BFDF1982F4}" type="pres">
      <dgm:prSet presAssocID="{F542A18C-31D3-4D61-98BE-DB45E5E2201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8907309B-7B1C-4125-8B0E-DE1CBFDDD7BE}" type="pres">
      <dgm:prSet presAssocID="{F542A18C-31D3-4D61-98BE-DB45E5E22015}" presName="spaceRect" presStyleCnt="0"/>
      <dgm:spPr/>
    </dgm:pt>
    <dgm:pt modelId="{FDC820B7-47A1-4C61-AA91-D6F600E2AF3C}" type="pres">
      <dgm:prSet presAssocID="{F542A18C-31D3-4D61-98BE-DB45E5E22015}" presName="textRect" presStyleLbl="revTx" presStyleIdx="2" presStyleCnt="5">
        <dgm:presLayoutVars>
          <dgm:chMax val="1"/>
          <dgm:chPref val="1"/>
        </dgm:presLayoutVars>
      </dgm:prSet>
      <dgm:spPr/>
    </dgm:pt>
    <dgm:pt modelId="{0D28E45F-471A-41C5-B481-8A1599103EF5}" type="pres">
      <dgm:prSet presAssocID="{AA71BE82-F537-4B2B-A88E-CB0F9E6F6BA1}" presName="sibTrans" presStyleCnt="0"/>
      <dgm:spPr/>
    </dgm:pt>
    <dgm:pt modelId="{5F240BDC-D240-42A4-B129-374A45E41C03}" type="pres">
      <dgm:prSet presAssocID="{37AB894F-0391-46FD-B982-1D694BE39AB7}" presName="compNode" presStyleCnt="0"/>
      <dgm:spPr/>
    </dgm:pt>
    <dgm:pt modelId="{DEA97F6B-6BB2-4221-B8B3-F2E2998645A6}" type="pres">
      <dgm:prSet presAssocID="{37AB894F-0391-46FD-B982-1D694BE39AB7}" presName="iconBgRect" presStyleLbl="bgShp" presStyleIdx="3" presStyleCnt="5"/>
      <dgm:spPr/>
    </dgm:pt>
    <dgm:pt modelId="{3CDB40DE-E2DD-4452-B029-B82EC2F599FF}" type="pres">
      <dgm:prSet presAssocID="{37AB894F-0391-46FD-B982-1D694BE39AB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44507483-AE45-4C3C-ADBF-2B40F3502063}" type="pres">
      <dgm:prSet presAssocID="{37AB894F-0391-46FD-B982-1D694BE39AB7}" presName="spaceRect" presStyleCnt="0"/>
      <dgm:spPr/>
    </dgm:pt>
    <dgm:pt modelId="{DC8AC52D-B7AD-4996-915E-C1B408676F04}" type="pres">
      <dgm:prSet presAssocID="{37AB894F-0391-46FD-B982-1D694BE39AB7}" presName="textRect" presStyleLbl="revTx" presStyleIdx="3" presStyleCnt="5">
        <dgm:presLayoutVars>
          <dgm:chMax val="1"/>
          <dgm:chPref val="1"/>
        </dgm:presLayoutVars>
      </dgm:prSet>
      <dgm:spPr/>
    </dgm:pt>
    <dgm:pt modelId="{7398EAA0-7B2F-477F-8EF4-7416A25C6B30}" type="pres">
      <dgm:prSet presAssocID="{1479C53D-F55A-4804-81DF-8D409375FE7E}" presName="sibTrans" presStyleCnt="0"/>
      <dgm:spPr/>
    </dgm:pt>
    <dgm:pt modelId="{97AC3A72-D323-4B51-8F96-C3B9EEAA3691}" type="pres">
      <dgm:prSet presAssocID="{28F86645-01AD-485E-AD43-5B8905258A1A}" presName="compNode" presStyleCnt="0"/>
      <dgm:spPr/>
    </dgm:pt>
    <dgm:pt modelId="{4BC51518-D4CC-44AB-8B63-62B35B5ED6EE}" type="pres">
      <dgm:prSet presAssocID="{28F86645-01AD-485E-AD43-5B8905258A1A}" presName="iconBgRect" presStyleLbl="bgShp" presStyleIdx="4" presStyleCnt="5"/>
      <dgm:spPr/>
    </dgm:pt>
    <dgm:pt modelId="{B6DF86C2-02CC-456E-8F1C-72F415EFD1C6}" type="pres">
      <dgm:prSet presAssocID="{28F86645-01AD-485E-AD43-5B8905258A1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ck"/>
        </a:ext>
      </dgm:extLst>
    </dgm:pt>
    <dgm:pt modelId="{EA249935-250B-47B0-9D81-1D538DE9AF8D}" type="pres">
      <dgm:prSet presAssocID="{28F86645-01AD-485E-AD43-5B8905258A1A}" presName="spaceRect" presStyleCnt="0"/>
      <dgm:spPr/>
    </dgm:pt>
    <dgm:pt modelId="{9AE175CC-DB62-441C-B8A7-F5F2655286D6}" type="pres">
      <dgm:prSet presAssocID="{28F86645-01AD-485E-AD43-5B8905258A1A}" presName="textRect" presStyleLbl="revTx" presStyleIdx="4" presStyleCnt="5">
        <dgm:presLayoutVars>
          <dgm:chMax val="1"/>
          <dgm:chPref val="1"/>
        </dgm:presLayoutVars>
      </dgm:prSet>
      <dgm:spPr/>
    </dgm:pt>
  </dgm:ptLst>
  <dgm:cxnLst>
    <dgm:cxn modelId="{FC548009-BA98-4B06-99F6-8A446BF59B52}" srcId="{5BC33A46-CFDF-4B96-B003-6E437DC9BB96}" destId="{28F86645-01AD-485E-AD43-5B8905258A1A}" srcOrd="4" destOrd="0" parTransId="{77F0A6F6-387F-41E2-A6C8-CAC34E3B863A}" sibTransId="{2907FBDC-53D6-4B31-9570-9C12A6FF9164}"/>
    <dgm:cxn modelId="{A6E0121A-A0D4-4949-B085-28E6F2E6D911}" type="presOf" srcId="{37AB894F-0391-46FD-B982-1D694BE39AB7}" destId="{DC8AC52D-B7AD-4996-915E-C1B408676F04}" srcOrd="0" destOrd="0" presId="urn:microsoft.com/office/officeart/2018/5/layout/IconCircleLabelList"/>
    <dgm:cxn modelId="{01BE831A-5B57-4374-A038-D1BAE4D8AAF1}" type="presOf" srcId="{F542A18C-31D3-4D61-98BE-DB45E5E22015}" destId="{FDC820B7-47A1-4C61-AA91-D6F600E2AF3C}" srcOrd="0" destOrd="0" presId="urn:microsoft.com/office/officeart/2018/5/layout/IconCircleLabelList"/>
    <dgm:cxn modelId="{591AFE1B-4E2A-41C7-9E4B-A2E93866C3D7}" srcId="{5BC33A46-CFDF-4B96-B003-6E437DC9BB96}" destId="{37AB894F-0391-46FD-B982-1D694BE39AB7}" srcOrd="3" destOrd="0" parTransId="{94965B35-8C3D-4F6E-97CB-0442EE55BBBA}" sibTransId="{1479C53D-F55A-4804-81DF-8D409375FE7E}"/>
    <dgm:cxn modelId="{20992A34-A512-48D5-A0FD-15AF6A156328}" srcId="{5BC33A46-CFDF-4B96-B003-6E437DC9BB96}" destId="{F542A18C-31D3-4D61-98BE-DB45E5E22015}" srcOrd="2" destOrd="0" parTransId="{798BE1C5-3423-4BF6-A98C-98A0FCD674AE}" sibTransId="{AA71BE82-F537-4B2B-A88E-CB0F9E6F6BA1}"/>
    <dgm:cxn modelId="{C418D15B-8EF9-4D01-AC66-7FBF4C4ADC62}" type="presOf" srcId="{28F86645-01AD-485E-AD43-5B8905258A1A}" destId="{9AE175CC-DB62-441C-B8A7-F5F2655286D6}" srcOrd="0" destOrd="0" presId="urn:microsoft.com/office/officeart/2018/5/layout/IconCircleLabelList"/>
    <dgm:cxn modelId="{BE708E70-CF52-4395-B574-C4A05FF0833D}" type="presOf" srcId="{9DA6697A-EBF3-4C36-8F84-CF4FCADA057C}" destId="{48FCF0C0-D445-4D79-AC36-DFBCD17FF198}" srcOrd="0" destOrd="0" presId="urn:microsoft.com/office/officeart/2018/5/layout/IconCircleLabelList"/>
    <dgm:cxn modelId="{725D8873-E486-43D4-824C-64E524A4B456}" type="presOf" srcId="{5BC33A46-CFDF-4B96-B003-6E437DC9BB96}" destId="{6CF8BF1B-3BB9-4EB9-8627-0BBF916BFF23}" srcOrd="0" destOrd="0" presId="urn:microsoft.com/office/officeart/2018/5/layout/IconCircleLabelList"/>
    <dgm:cxn modelId="{DD3EF758-6B9E-4C6C-B392-E2DCAAEAA3B6}" type="presOf" srcId="{70113C7F-55FC-42D8-9E9A-612B1ED0D83A}" destId="{F7E08A14-DBE1-4C37-9260-5466E4C07B0A}" srcOrd="0" destOrd="0" presId="urn:microsoft.com/office/officeart/2018/5/layout/IconCircleLabelList"/>
    <dgm:cxn modelId="{F1D8B899-5405-4A43-BD53-7AA91377B863}" srcId="{5BC33A46-CFDF-4B96-B003-6E437DC9BB96}" destId="{70113C7F-55FC-42D8-9E9A-612B1ED0D83A}" srcOrd="0" destOrd="0" parTransId="{7E552253-B8B0-4075-AC6B-5CF173EBF941}" sibTransId="{808CECBD-01B9-44F3-B038-E3B03349D9F7}"/>
    <dgm:cxn modelId="{430BD0F9-8BFD-48A4-8480-BD3B19727B0C}" srcId="{5BC33A46-CFDF-4B96-B003-6E437DC9BB96}" destId="{9DA6697A-EBF3-4C36-8F84-CF4FCADA057C}" srcOrd="1" destOrd="0" parTransId="{3F8EF77E-1B60-4DC8-B50F-126F5D78F65F}" sibTransId="{D44302D1-C464-4DA0-A718-B8E2031AD32C}"/>
    <dgm:cxn modelId="{E31A5E90-2237-4353-9C34-CD42E430E9FB}" type="presParOf" srcId="{6CF8BF1B-3BB9-4EB9-8627-0BBF916BFF23}" destId="{8319F412-1B00-46EA-A748-1E0CA37EC580}" srcOrd="0" destOrd="0" presId="urn:microsoft.com/office/officeart/2018/5/layout/IconCircleLabelList"/>
    <dgm:cxn modelId="{029AC6FC-5381-45FB-9ACD-8EF0435CF9F4}" type="presParOf" srcId="{8319F412-1B00-46EA-A748-1E0CA37EC580}" destId="{CC43D64F-9461-423B-94BD-2B77A15A9A73}" srcOrd="0" destOrd="0" presId="urn:microsoft.com/office/officeart/2018/5/layout/IconCircleLabelList"/>
    <dgm:cxn modelId="{79B2507F-7B36-45CE-9B51-0F14D25E0F90}" type="presParOf" srcId="{8319F412-1B00-46EA-A748-1E0CA37EC580}" destId="{DE34C5D4-5FAD-424F-9663-98D259A97763}" srcOrd="1" destOrd="0" presId="urn:microsoft.com/office/officeart/2018/5/layout/IconCircleLabelList"/>
    <dgm:cxn modelId="{FFF90D78-DF0D-45B8-90D9-02D3E2F4EC4E}" type="presParOf" srcId="{8319F412-1B00-46EA-A748-1E0CA37EC580}" destId="{E82C59BB-BD13-4412-A036-C2473896B7E9}" srcOrd="2" destOrd="0" presId="urn:microsoft.com/office/officeart/2018/5/layout/IconCircleLabelList"/>
    <dgm:cxn modelId="{5FBAC453-C5C7-456C-AA97-BA0DC0576682}" type="presParOf" srcId="{8319F412-1B00-46EA-A748-1E0CA37EC580}" destId="{F7E08A14-DBE1-4C37-9260-5466E4C07B0A}" srcOrd="3" destOrd="0" presId="urn:microsoft.com/office/officeart/2018/5/layout/IconCircleLabelList"/>
    <dgm:cxn modelId="{00A704E6-D935-4C89-AE44-AFDAB09D975A}" type="presParOf" srcId="{6CF8BF1B-3BB9-4EB9-8627-0BBF916BFF23}" destId="{BA39F160-FC53-4084-A273-588FF1706625}" srcOrd="1" destOrd="0" presId="urn:microsoft.com/office/officeart/2018/5/layout/IconCircleLabelList"/>
    <dgm:cxn modelId="{3A81B1FC-3B41-4A6F-BD31-564B6297AA39}" type="presParOf" srcId="{6CF8BF1B-3BB9-4EB9-8627-0BBF916BFF23}" destId="{6C11011E-9E19-44B2-BEE4-CF5377D3BAB5}" srcOrd="2" destOrd="0" presId="urn:microsoft.com/office/officeart/2018/5/layout/IconCircleLabelList"/>
    <dgm:cxn modelId="{5A9BB764-021A-4575-A094-49FECB77D229}" type="presParOf" srcId="{6C11011E-9E19-44B2-BEE4-CF5377D3BAB5}" destId="{E2C62C69-BE09-4FB4-81B7-D4098D20B5CA}" srcOrd="0" destOrd="0" presId="urn:microsoft.com/office/officeart/2018/5/layout/IconCircleLabelList"/>
    <dgm:cxn modelId="{862CF859-EA02-47F1-9225-73F80E09D9FF}" type="presParOf" srcId="{6C11011E-9E19-44B2-BEE4-CF5377D3BAB5}" destId="{F9486933-46C8-4F3F-900A-E7ECE641A68E}" srcOrd="1" destOrd="0" presId="urn:microsoft.com/office/officeart/2018/5/layout/IconCircleLabelList"/>
    <dgm:cxn modelId="{54A6BFC2-1EEF-456C-8A1F-052EEFE7DCBE}" type="presParOf" srcId="{6C11011E-9E19-44B2-BEE4-CF5377D3BAB5}" destId="{FFBEB0C2-C213-4F66-A9C1-7913B351B1EA}" srcOrd="2" destOrd="0" presId="urn:microsoft.com/office/officeart/2018/5/layout/IconCircleLabelList"/>
    <dgm:cxn modelId="{44944E48-A4B3-499C-8002-87D3F16FA54A}" type="presParOf" srcId="{6C11011E-9E19-44B2-BEE4-CF5377D3BAB5}" destId="{48FCF0C0-D445-4D79-AC36-DFBCD17FF198}" srcOrd="3" destOrd="0" presId="urn:microsoft.com/office/officeart/2018/5/layout/IconCircleLabelList"/>
    <dgm:cxn modelId="{0B7BE1F3-2700-4250-8C7D-2DBEDF1C825B}" type="presParOf" srcId="{6CF8BF1B-3BB9-4EB9-8627-0BBF916BFF23}" destId="{85EBAEE5-DD91-4F6E-8F5E-18249F945048}" srcOrd="3" destOrd="0" presId="urn:microsoft.com/office/officeart/2018/5/layout/IconCircleLabelList"/>
    <dgm:cxn modelId="{270B06B7-4A00-4F71-AC2D-5CD5F666BF86}" type="presParOf" srcId="{6CF8BF1B-3BB9-4EB9-8627-0BBF916BFF23}" destId="{B815A91C-3EDE-4BE9-BBE5-14BB13D046C1}" srcOrd="4" destOrd="0" presId="urn:microsoft.com/office/officeart/2018/5/layout/IconCircleLabelList"/>
    <dgm:cxn modelId="{22D1C71A-1F01-4447-A991-65C5031AF150}" type="presParOf" srcId="{B815A91C-3EDE-4BE9-BBE5-14BB13D046C1}" destId="{763B1BC1-86AD-490A-9942-737A727BC87F}" srcOrd="0" destOrd="0" presId="urn:microsoft.com/office/officeart/2018/5/layout/IconCircleLabelList"/>
    <dgm:cxn modelId="{61508D30-64AF-45C0-8C8C-32D864C70F84}" type="presParOf" srcId="{B815A91C-3EDE-4BE9-BBE5-14BB13D046C1}" destId="{C9C60B7E-D4C1-4844-9807-31BFDF1982F4}" srcOrd="1" destOrd="0" presId="urn:microsoft.com/office/officeart/2018/5/layout/IconCircleLabelList"/>
    <dgm:cxn modelId="{0828A18F-E922-4202-AF13-E8D8C9958F26}" type="presParOf" srcId="{B815A91C-3EDE-4BE9-BBE5-14BB13D046C1}" destId="{8907309B-7B1C-4125-8B0E-DE1CBFDDD7BE}" srcOrd="2" destOrd="0" presId="urn:microsoft.com/office/officeart/2018/5/layout/IconCircleLabelList"/>
    <dgm:cxn modelId="{FCDB2507-F05E-4F72-B777-F4106FC1CB46}" type="presParOf" srcId="{B815A91C-3EDE-4BE9-BBE5-14BB13D046C1}" destId="{FDC820B7-47A1-4C61-AA91-D6F600E2AF3C}" srcOrd="3" destOrd="0" presId="urn:microsoft.com/office/officeart/2018/5/layout/IconCircleLabelList"/>
    <dgm:cxn modelId="{440FD2BA-2A14-4A71-B6A2-0E1347994544}" type="presParOf" srcId="{6CF8BF1B-3BB9-4EB9-8627-0BBF916BFF23}" destId="{0D28E45F-471A-41C5-B481-8A1599103EF5}" srcOrd="5" destOrd="0" presId="urn:microsoft.com/office/officeart/2018/5/layout/IconCircleLabelList"/>
    <dgm:cxn modelId="{7794DF68-B47A-4D79-A1A6-5C307DF0633B}" type="presParOf" srcId="{6CF8BF1B-3BB9-4EB9-8627-0BBF916BFF23}" destId="{5F240BDC-D240-42A4-B129-374A45E41C03}" srcOrd="6" destOrd="0" presId="urn:microsoft.com/office/officeart/2018/5/layout/IconCircleLabelList"/>
    <dgm:cxn modelId="{2E55607F-4296-4A31-BB41-4B44C49B7537}" type="presParOf" srcId="{5F240BDC-D240-42A4-B129-374A45E41C03}" destId="{DEA97F6B-6BB2-4221-B8B3-F2E2998645A6}" srcOrd="0" destOrd="0" presId="urn:microsoft.com/office/officeart/2018/5/layout/IconCircleLabelList"/>
    <dgm:cxn modelId="{D0F2F177-7461-4C72-A415-8527CB7F2DDA}" type="presParOf" srcId="{5F240BDC-D240-42A4-B129-374A45E41C03}" destId="{3CDB40DE-E2DD-4452-B029-B82EC2F599FF}" srcOrd="1" destOrd="0" presId="urn:microsoft.com/office/officeart/2018/5/layout/IconCircleLabelList"/>
    <dgm:cxn modelId="{1330CBA1-5D54-4DC4-9F63-F5F58EEC97EF}" type="presParOf" srcId="{5F240BDC-D240-42A4-B129-374A45E41C03}" destId="{44507483-AE45-4C3C-ADBF-2B40F3502063}" srcOrd="2" destOrd="0" presId="urn:microsoft.com/office/officeart/2018/5/layout/IconCircleLabelList"/>
    <dgm:cxn modelId="{E07CF89C-4BA0-4195-A5EC-793F194A3971}" type="presParOf" srcId="{5F240BDC-D240-42A4-B129-374A45E41C03}" destId="{DC8AC52D-B7AD-4996-915E-C1B408676F04}" srcOrd="3" destOrd="0" presId="urn:microsoft.com/office/officeart/2018/5/layout/IconCircleLabelList"/>
    <dgm:cxn modelId="{9729E1AC-5B76-442A-BD68-CBDD321D193D}" type="presParOf" srcId="{6CF8BF1B-3BB9-4EB9-8627-0BBF916BFF23}" destId="{7398EAA0-7B2F-477F-8EF4-7416A25C6B30}" srcOrd="7" destOrd="0" presId="urn:microsoft.com/office/officeart/2018/5/layout/IconCircleLabelList"/>
    <dgm:cxn modelId="{8B0A5A02-B204-45E5-B61B-FEFCC159E29B}" type="presParOf" srcId="{6CF8BF1B-3BB9-4EB9-8627-0BBF916BFF23}" destId="{97AC3A72-D323-4B51-8F96-C3B9EEAA3691}" srcOrd="8" destOrd="0" presId="urn:microsoft.com/office/officeart/2018/5/layout/IconCircleLabelList"/>
    <dgm:cxn modelId="{54DA5E6D-DC72-4027-BAF5-FE2344DF2269}" type="presParOf" srcId="{97AC3A72-D323-4B51-8F96-C3B9EEAA3691}" destId="{4BC51518-D4CC-44AB-8B63-62B35B5ED6EE}" srcOrd="0" destOrd="0" presId="urn:microsoft.com/office/officeart/2018/5/layout/IconCircleLabelList"/>
    <dgm:cxn modelId="{D0E1D747-39C4-4EF0-BA15-896ECE05D3C9}" type="presParOf" srcId="{97AC3A72-D323-4B51-8F96-C3B9EEAA3691}" destId="{B6DF86C2-02CC-456E-8F1C-72F415EFD1C6}" srcOrd="1" destOrd="0" presId="urn:microsoft.com/office/officeart/2018/5/layout/IconCircleLabelList"/>
    <dgm:cxn modelId="{AC5E5E06-672A-468E-BF69-B6966A2FF116}" type="presParOf" srcId="{97AC3A72-D323-4B51-8F96-C3B9EEAA3691}" destId="{EA249935-250B-47B0-9D81-1D538DE9AF8D}" srcOrd="2" destOrd="0" presId="urn:microsoft.com/office/officeart/2018/5/layout/IconCircleLabelList"/>
    <dgm:cxn modelId="{840C6D77-8FC9-4386-95DE-295FB6304950}" type="presParOf" srcId="{97AC3A72-D323-4B51-8F96-C3B9EEAA3691}" destId="{9AE175CC-DB62-441C-B8A7-F5F2655286D6}"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961B472-5547-4195-9EBD-2C9665FD9FA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331DC2E-FDF9-40D2-BEA2-6C90FB668D66}">
      <dgm:prSet/>
      <dgm:spPr/>
      <dgm:t>
        <a:bodyPr/>
        <a:lstStyle/>
        <a:p>
          <a:r>
            <a:rPr lang="en-US" b="0" i="0"/>
            <a:t>Users should be able to listen to music of their choosing, from playlists, libraries, or browsing available songs</a:t>
          </a:r>
          <a:endParaRPr lang="en-US"/>
        </a:p>
      </dgm:t>
    </dgm:pt>
    <dgm:pt modelId="{387936BA-6BB5-44DB-9F77-F04B230301AE}" type="parTrans" cxnId="{86D50CAF-70C1-464C-984B-753912474859}">
      <dgm:prSet/>
      <dgm:spPr/>
      <dgm:t>
        <a:bodyPr/>
        <a:lstStyle/>
        <a:p>
          <a:endParaRPr lang="en-US"/>
        </a:p>
      </dgm:t>
    </dgm:pt>
    <dgm:pt modelId="{AD351D2C-B4F2-457A-A71F-E50B2DF89721}" type="sibTrans" cxnId="{86D50CAF-70C1-464C-984B-753912474859}">
      <dgm:prSet/>
      <dgm:spPr/>
      <dgm:t>
        <a:bodyPr/>
        <a:lstStyle/>
        <a:p>
          <a:endParaRPr lang="en-US"/>
        </a:p>
      </dgm:t>
    </dgm:pt>
    <dgm:pt modelId="{FA2FEB60-84D3-4876-A488-C5D00F4337AE}">
      <dgm:prSet/>
      <dgm:spPr/>
      <dgm:t>
        <a:bodyPr/>
        <a:lstStyle/>
        <a:p>
          <a:r>
            <a:rPr lang="en-US" b="0" i="0"/>
            <a:t>Users should be able to create, share, and subscribe to playlists</a:t>
          </a:r>
          <a:endParaRPr lang="en-US"/>
        </a:p>
      </dgm:t>
    </dgm:pt>
    <dgm:pt modelId="{3A27A483-B5F4-4EBD-9FDB-D6CD6E9645CA}" type="parTrans" cxnId="{89FEE089-9084-4AD4-9D6D-5DD18D3B52D2}">
      <dgm:prSet/>
      <dgm:spPr/>
      <dgm:t>
        <a:bodyPr/>
        <a:lstStyle/>
        <a:p>
          <a:endParaRPr lang="en-US"/>
        </a:p>
      </dgm:t>
    </dgm:pt>
    <dgm:pt modelId="{EF8C6327-4E12-4133-874B-1AECD966656A}" type="sibTrans" cxnId="{89FEE089-9084-4AD4-9D6D-5DD18D3B52D2}">
      <dgm:prSet/>
      <dgm:spPr/>
      <dgm:t>
        <a:bodyPr/>
        <a:lstStyle/>
        <a:p>
          <a:endParaRPr lang="en-US"/>
        </a:p>
      </dgm:t>
    </dgm:pt>
    <dgm:pt modelId="{C3E8BAB1-1EA5-4EAC-B336-180BD4D86E15}">
      <dgm:prSet/>
      <dgm:spPr/>
      <dgm:t>
        <a:bodyPr/>
        <a:lstStyle/>
        <a:p>
          <a:r>
            <a:rPr lang="en-US" b="0" i="0"/>
            <a:t>Users should be able to follow other users and musicians</a:t>
          </a:r>
          <a:endParaRPr lang="en-US"/>
        </a:p>
      </dgm:t>
    </dgm:pt>
    <dgm:pt modelId="{1E74205E-D9DF-4F86-B2C4-587305429497}" type="parTrans" cxnId="{FF43A8B6-79BE-4BF2-887A-211FDFE387A2}">
      <dgm:prSet/>
      <dgm:spPr/>
      <dgm:t>
        <a:bodyPr/>
        <a:lstStyle/>
        <a:p>
          <a:endParaRPr lang="en-US"/>
        </a:p>
      </dgm:t>
    </dgm:pt>
    <dgm:pt modelId="{C626133B-FD0C-4934-929B-993E4A0D196F}" type="sibTrans" cxnId="{FF43A8B6-79BE-4BF2-887A-211FDFE387A2}">
      <dgm:prSet/>
      <dgm:spPr/>
      <dgm:t>
        <a:bodyPr/>
        <a:lstStyle/>
        <a:p>
          <a:endParaRPr lang="en-US"/>
        </a:p>
      </dgm:t>
    </dgm:pt>
    <dgm:pt modelId="{32A437FD-FA8F-4744-800C-9F67EFEA6518}">
      <dgm:prSet/>
      <dgm:spPr/>
      <dgm:t>
        <a:bodyPr/>
        <a:lstStyle/>
        <a:p>
          <a:r>
            <a:rPr lang="en-US" b="0" i="0"/>
            <a:t>The system should provide recommendations on genres and musicians based on users’ listening history</a:t>
          </a:r>
          <a:endParaRPr lang="en-US"/>
        </a:p>
      </dgm:t>
    </dgm:pt>
    <dgm:pt modelId="{16D8E5C1-75EB-4159-B479-41B057FA4080}" type="parTrans" cxnId="{BB00ADDD-A6D8-4467-8BB8-7E35F1889879}">
      <dgm:prSet/>
      <dgm:spPr/>
      <dgm:t>
        <a:bodyPr/>
        <a:lstStyle/>
        <a:p>
          <a:endParaRPr lang="en-US"/>
        </a:p>
      </dgm:t>
    </dgm:pt>
    <dgm:pt modelId="{F8A73BE0-04A6-4C81-B66A-5B33EB2711BB}" type="sibTrans" cxnId="{BB00ADDD-A6D8-4467-8BB8-7E35F1889879}">
      <dgm:prSet/>
      <dgm:spPr/>
      <dgm:t>
        <a:bodyPr/>
        <a:lstStyle/>
        <a:p>
          <a:endParaRPr lang="en-US"/>
        </a:p>
      </dgm:t>
    </dgm:pt>
    <dgm:pt modelId="{A85D2D2B-67C4-4477-AB7E-5638CC1975D5}">
      <dgm:prSet/>
      <dgm:spPr/>
      <dgm:t>
        <a:bodyPr/>
        <a:lstStyle/>
        <a:p>
          <a:r>
            <a:rPr lang="en-US" b="0" i="0"/>
            <a:t>The system should keep track of key metrics for songs and albums to measure popularity and trends</a:t>
          </a:r>
          <a:endParaRPr lang="en-US"/>
        </a:p>
      </dgm:t>
    </dgm:pt>
    <dgm:pt modelId="{069B2082-4C5E-46BD-AE65-756FE6716BA5}" type="parTrans" cxnId="{A3350B03-C0F2-4A81-8E1E-0A0B145120B8}">
      <dgm:prSet/>
      <dgm:spPr/>
      <dgm:t>
        <a:bodyPr/>
        <a:lstStyle/>
        <a:p>
          <a:endParaRPr lang="en-US"/>
        </a:p>
      </dgm:t>
    </dgm:pt>
    <dgm:pt modelId="{3B54D45A-956D-4071-8E8D-D1B6615899C0}" type="sibTrans" cxnId="{A3350B03-C0F2-4A81-8E1E-0A0B145120B8}">
      <dgm:prSet/>
      <dgm:spPr/>
      <dgm:t>
        <a:bodyPr/>
        <a:lstStyle/>
        <a:p>
          <a:endParaRPr lang="en-US"/>
        </a:p>
      </dgm:t>
    </dgm:pt>
    <dgm:pt modelId="{E644EFBA-6308-446E-9970-7A80A81D9F24}">
      <dgm:prSet/>
      <dgm:spPr/>
      <dgm:t>
        <a:bodyPr/>
        <a:lstStyle/>
        <a:p>
          <a:r>
            <a:rPr lang="en-US" b="0" i="0"/>
            <a:t>Musicians should be able to release songs and albums, and be able to announce when it is to be released</a:t>
          </a:r>
          <a:endParaRPr lang="en-US"/>
        </a:p>
      </dgm:t>
    </dgm:pt>
    <dgm:pt modelId="{C5CBD447-C874-4FD7-B283-4BD3D1601D9B}" type="parTrans" cxnId="{52C9852D-6D57-4857-802A-317D8A5D8127}">
      <dgm:prSet/>
      <dgm:spPr/>
      <dgm:t>
        <a:bodyPr/>
        <a:lstStyle/>
        <a:p>
          <a:endParaRPr lang="en-US"/>
        </a:p>
      </dgm:t>
    </dgm:pt>
    <dgm:pt modelId="{24F448A2-AAB0-4724-9C9E-17CC72AD21C7}" type="sibTrans" cxnId="{52C9852D-6D57-4857-802A-317D8A5D8127}">
      <dgm:prSet/>
      <dgm:spPr/>
      <dgm:t>
        <a:bodyPr/>
        <a:lstStyle/>
        <a:p>
          <a:endParaRPr lang="en-US"/>
        </a:p>
      </dgm:t>
    </dgm:pt>
    <dgm:pt modelId="{B3FF8DE5-84F6-482E-9C0C-6C7DA26FB7BE}">
      <dgm:prSet/>
      <dgm:spPr/>
      <dgm:t>
        <a:bodyPr/>
        <a:lstStyle/>
        <a:p>
          <a:r>
            <a:rPr lang="en-US" b="0" i="0"/>
            <a:t>Users should be able to download songs in the app for offline listening, but not be able to have the songs’ files</a:t>
          </a:r>
          <a:endParaRPr lang="en-US"/>
        </a:p>
      </dgm:t>
    </dgm:pt>
    <dgm:pt modelId="{7E7963A3-B19D-41A1-8A8D-726E8CF47450}" type="parTrans" cxnId="{FC67B4A8-49B0-46A3-92EA-4DC072F8A429}">
      <dgm:prSet/>
      <dgm:spPr/>
      <dgm:t>
        <a:bodyPr/>
        <a:lstStyle/>
        <a:p>
          <a:endParaRPr lang="en-US"/>
        </a:p>
      </dgm:t>
    </dgm:pt>
    <dgm:pt modelId="{F126BCBD-3937-4F28-A9E5-67B6AFA82FEB}" type="sibTrans" cxnId="{FC67B4A8-49B0-46A3-92EA-4DC072F8A429}">
      <dgm:prSet/>
      <dgm:spPr/>
      <dgm:t>
        <a:bodyPr/>
        <a:lstStyle/>
        <a:p>
          <a:endParaRPr lang="en-US"/>
        </a:p>
      </dgm:t>
    </dgm:pt>
    <dgm:pt modelId="{88AB9C43-32E1-4968-A9EF-79C5270CCD00}" type="pres">
      <dgm:prSet presAssocID="{F961B472-5547-4195-9EBD-2C9665FD9FAC}" presName="root" presStyleCnt="0">
        <dgm:presLayoutVars>
          <dgm:dir/>
          <dgm:resizeHandles val="exact"/>
        </dgm:presLayoutVars>
      </dgm:prSet>
      <dgm:spPr/>
    </dgm:pt>
    <dgm:pt modelId="{A75293C7-32BD-423A-ADEB-15C797E727BB}" type="pres">
      <dgm:prSet presAssocID="{4331DC2E-FDF9-40D2-BEA2-6C90FB668D66}" presName="compNode" presStyleCnt="0"/>
      <dgm:spPr/>
    </dgm:pt>
    <dgm:pt modelId="{9CAB8788-37A0-4F09-B0E7-91DA14F57FAA}" type="pres">
      <dgm:prSet presAssocID="{4331DC2E-FDF9-40D2-BEA2-6C90FB668D66}" presName="bgRect" presStyleLbl="bgShp" presStyleIdx="0" presStyleCnt="7"/>
      <dgm:spPr/>
    </dgm:pt>
    <dgm:pt modelId="{22D4F03F-462A-4BA2-B2C5-2E060AB6E335}" type="pres">
      <dgm:prSet presAssocID="{4331DC2E-FDF9-40D2-BEA2-6C90FB668D66}"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eble clef"/>
        </a:ext>
      </dgm:extLst>
    </dgm:pt>
    <dgm:pt modelId="{25F810A2-ECA4-4909-8417-C94DBB285BCA}" type="pres">
      <dgm:prSet presAssocID="{4331DC2E-FDF9-40D2-BEA2-6C90FB668D66}" presName="spaceRect" presStyleCnt="0"/>
      <dgm:spPr/>
    </dgm:pt>
    <dgm:pt modelId="{77A1BA09-8581-4936-82DB-9B6E7235EFE0}" type="pres">
      <dgm:prSet presAssocID="{4331DC2E-FDF9-40D2-BEA2-6C90FB668D66}" presName="parTx" presStyleLbl="revTx" presStyleIdx="0" presStyleCnt="7">
        <dgm:presLayoutVars>
          <dgm:chMax val="0"/>
          <dgm:chPref val="0"/>
        </dgm:presLayoutVars>
      </dgm:prSet>
      <dgm:spPr/>
    </dgm:pt>
    <dgm:pt modelId="{51CA20F7-E221-41D4-A459-3DC7154EE5DF}" type="pres">
      <dgm:prSet presAssocID="{AD351D2C-B4F2-457A-A71F-E50B2DF89721}" presName="sibTrans" presStyleCnt="0"/>
      <dgm:spPr/>
    </dgm:pt>
    <dgm:pt modelId="{1E82945A-54B3-4325-BC21-C79D73F31C0D}" type="pres">
      <dgm:prSet presAssocID="{FA2FEB60-84D3-4876-A488-C5D00F4337AE}" presName="compNode" presStyleCnt="0"/>
      <dgm:spPr/>
    </dgm:pt>
    <dgm:pt modelId="{BA6A9A6F-8228-4F80-8DD8-706FC94F0BCA}" type="pres">
      <dgm:prSet presAssocID="{FA2FEB60-84D3-4876-A488-C5D00F4337AE}" presName="bgRect" presStyleLbl="bgShp" presStyleIdx="1" presStyleCnt="7"/>
      <dgm:spPr/>
    </dgm:pt>
    <dgm:pt modelId="{4646274E-5177-4656-BD95-A1300F887DE8}" type="pres">
      <dgm:prSet presAssocID="{FA2FEB60-84D3-4876-A488-C5D00F4337A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B43B5510-FBB2-4148-BBE4-146CF318B5E4}" type="pres">
      <dgm:prSet presAssocID="{FA2FEB60-84D3-4876-A488-C5D00F4337AE}" presName="spaceRect" presStyleCnt="0"/>
      <dgm:spPr/>
    </dgm:pt>
    <dgm:pt modelId="{441A9EAB-B86A-4C15-8EDE-90B4DFDDC4A7}" type="pres">
      <dgm:prSet presAssocID="{FA2FEB60-84D3-4876-A488-C5D00F4337AE}" presName="parTx" presStyleLbl="revTx" presStyleIdx="1" presStyleCnt="7">
        <dgm:presLayoutVars>
          <dgm:chMax val="0"/>
          <dgm:chPref val="0"/>
        </dgm:presLayoutVars>
      </dgm:prSet>
      <dgm:spPr/>
    </dgm:pt>
    <dgm:pt modelId="{49AC8239-CAE8-420D-AF44-FBD89A19ABF9}" type="pres">
      <dgm:prSet presAssocID="{EF8C6327-4E12-4133-874B-1AECD966656A}" presName="sibTrans" presStyleCnt="0"/>
      <dgm:spPr/>
    </dgm:pt>
    <dgm:pt modelId="{ED1E12D8-A599-4597-BF77-8D7839FEDD96}" type="pres">
      <dgm:prSet presAssocID="{C3E8BAB1-1EA5-4EAC-B336-180BD4D86E15}" presName="compNode" presStyleCnt="0"/>
      <dgm:spPr/>
    </dgm:pt>
    <dgm:pt modelId="{546D7ACC-B9AB-4270-A09E-9BD757A2A6E1}" type="pres">
      <dgm:prSet presAssocID="{C3E8BAB1-1EA5-4EAC-B336-180BD4D86E15}" presName="bgRect" presStyleLbl="bgShp" presStyleIdx="2" presStyleCnt="7"/>
      <dgm:spPr/>
    </dgm:pt>
    <dgm:pt modelId="{D671A79F-9C78-46FE-AC0F-B512EB4AC82D}" type="pres">
      <dgm:prSet presAssocID="{C3E8BAB1-1EA5-4EAC-B336-180BD4D86E15}"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85615227-0570-4507-829A-97FA1D40F9B5}" type="pres">
      <dgm:prSet presAssocID="{C3E8BAB1-1EA5-4EAC-B336-180BD4D86E15}" presName="spaceRect" presStyleCnt="0"/>
      <dgm:spPr/>
    </dgm:pt>
    <dgm:pt modelId="{0DB9395C-C5EB-4502-ACE3-DC60FF5B37AD}" type="pres">
      <dgm:prSet presAssocID="{C3E8BAB1-1EA5-4EAC-B336-180BD4D86E15}" presName="parTx" presStyleLbl="revTx" presStyleIdx="2" presStyleCnt="7">
        <dgm:presLayoutVars>
          <dgm:chMax val="0"/>
          <dgm:chPref val="0"/>
        </dgm:presLayoutVars>
      </dgm:prSet>
      <dgm:spPr/>
    </dgm:pt>
    <dgm:pt modelId="{4384EC38-9363-4E55-ACA9-160811E417E1}" type="pres">
      <dgm:prSet presAssocID="{C626133B-FD0C-4934-929B-993E4A0D196F}" presName="sibTrans" presStyleCnt="0"/>
      <dgm:spPr/>
    </dgm:pt>
    <dgm:pt modelId="{D98720D7-0F89-49AB-9CA7-610DC73386F2}" type="pres">
      <dgm:prSet presAssocID="{32A437FD-FA8F-4744-800C-9F67EFEA6518}" presName="compNode" presStyleCnt="0"/>
      <dgm:spPr/>
    </dgm:pt>
    <dgm:pt modelId="{7AFCA972-1460-48EA-AE13-197DEBC1816A}" type="pres">
      <dgm:prSet presAssocID="{32A437FD-FA8F-4744-800C-9F67EFEA6518}" presName="bgRect" presStyleLbl="bgShp" presStyleIdx="3" presStyleCnt="7"/>
      <dgm:spPr/>
    </dgm:pt>
    <dgm:pt modelId="{5EC7EE03-D4EF-46E7-9B0C-9FC412BAFD4D}" type="pres">
      <dgm:prSet presAssocID="{32A437FD-FA8F-4744-800C-9F67EFEA6518}"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rum Set"/>
        </a:ext>
      </dgm:extLst>
    </dgm:pt>
    <dgm:pt modelId="{6E055E3B-9E71-43D9-BD8B-C0BE0EC042CD}" type="pres">
      <dgm:prSet presAssocID="{32A437FD-FA8F-4744-800C-9F67EFEA6518}" presName="spaceRect" presStyleCnt="0"/>
      <dgm:spPr/>
    </dgm:pt>
    <dgm:pt modelId="{087C38C2-504A-40EE-978A-CC4ABA7CB5E7}" type="pres">
      <dgm:prSet presAssocID="{32A437FD-FA8F-4744-800C-9F67EFEA6518}" presName="parTx" presStyleLbl="revTx" presStyleIdx="3" presStyleCnt="7">
        <dgm:presLayoutVars>
          <dgm:chMax val="0"/>
          <dgm:chPref val="0"/>
        </dgm:presLayoutVars>
      </dgm:prSet>
      <dgm:spPr/>
    </dgm:pt>
    <dgm:pt modelId="{7CD6A73C-432D-471C-8BE0-87FADB033C92}" type="pres">
      <dgm:prSet presAssocID="{F8A73BE0-04A6-4C81-B66A-5B33EB2711BB}" presName="sibTrans" presStyleCnt="0"/>
      <dgm:spPr/>
    </dgm:pt>
    <dgm:pt modelId="{C7594721-1022-4C39-909D-EB4CAA40003B}" type="pres">
      <dgm:prSet presAssocID="{A85D2D2B-67C4-4477-AB7E-5638CC1975D5}" presName="compNode" presStyleCnt="0"/>
      <dgm:spPr/>
    </dgm:pt>
    <dgm:pt modelId="{7876435A-F7EF-4CAF-B006-6340D8E06865}" type="pres">
      <dgm:prSet presAssocID="{A85D2D2B-67C4-4477-AB7E-5638CC1975D5}" presName="bgRect" presStyleLbl="bgShp" presStyleIdx="4" presStyleCnt="7"/>
      <dgm:spPr/>
    </dgm:pt>
    <dgm:pt modelId="{D0091641-5613-4DA6-B486-D71717AC1349}" type="pres">
      <dgm:prSet presAssocID="{A85D2D2B-67C4-4477-AB7E-5638CC1975D5}"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usic"/>
        </a:ext>
      </dgm:extLst>
    </dgm:pt>
    <dgm:pt modelId="{97515351-EED1-4FDE-9A3B-58E32F2E9FEE}" type="pres">
      <dgm:prSet presAssocID="{A85D2D2B-67C4-4477-AB7E-5638CC1975D5}" presName="spaceRect" presStyleCnt="0"/>
      <dgm:spPr/>
    </dgm:pt>
    <dgm:pt modelId="{334B9AA0-7D43-4004-998B-E8F69466438E}" type="pres">
      <dgm:prSet presAssocID="{A85D2D2B-67C4-4477-AB7E-5638CC1975D5}" presName="parTx" presStyleLbl="revTx" presStyleIdx="4" presStyleCnt="7">
        <dgm:presLayoutVars>
          <dgm:chMax val="0"/>
          <dgm:chPref val="0"/>
        </dgm:presLayoutVars>
      </dgm:prSet>
      <dgm:spPr/>
    </dgm:pt>
    <dgm:pt modelId="{E7C71A93-B59D-4C7F-8610-44DEF1726C86}" type="pres">
      <dgm:prSet presAssocID="{3B54D45A-956D-4071-8E8D-D1B6615899C0}" presName="sibTrans" presStyleCnt="0"/>
      <dgm:spPr/>
    </dgm:pt>
    <dgm:pt modelId="{AC459088-4A07-4644-9630-31B5AC983B86}" type="pres">
      <dgm:prSet presAssocID="{E644EFBA-6308-446E-9970-7A80A81D9F24}" presName="compNode" presStyleCnt="0"/>
      <dgm:spPr/>
    </dgm:pt>
    <dgm:pt modelId="{2B24CEBA-8765-42A5-907B-DB66F8F031A6}" type="pres">
      <dgm:prSet presAssocID="{E644EFBA-6308-446E-9970-7A80A81D9F24}" presName="bgRect" presStyleLbl="bgShp" presStyleIdx="5" presStyleCnt="7"/>
      <dgm:spPr/>
    </dgm:pt>
    <dgm:pt modelId="{F9CDA983-A03C-4B81-BDF5-0B4B9449F137}" type="pres">
      <dgm:prSet presAssocID="{E644EFBA-6308-446E-9970-7A80A81D9F24}"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usic Notes"/>
        </a:ext>
      </dgm:extLst>
    </dgm:pt>
    <dgm:pt modelId="{AB920C3C-4BE2-49AC-B623-7093E65B01CE}" type="pres">
      <dgm:prSet presAssocID="{E644EFBA-6308-446E-9970-7A80A81D9F24}" presName="spaceRect" presStyleCnt="0"/>
      <dgm:spPr/>
    </dgm:pt>
    <dgm:pt modelId="{483EFAEA-7B2D-4AC3-8050-CB289AAA483F}" type="pres">
      <dgm:prSet presAssocID="{E644EFBA-6308-446E-9970-7A80A81D9F24}" presName="parTx" presStyleLbl="revTx" presStyleIdx="5" presStyleCnt="7">
        <dgm:presLayoutVars>
          <dgm:chMax val="0"/>
          <dgm:chPref val="0"/>
        </dgm:presLayoutVars>
      </dgm:prSet>
      <dgm:spPr/>
    </dgm:pt>
    <dgm:pt modelId="{3D5EBE42-FF58-4C18-8D18-9118B845381B}" type="pres">
      <dgm:prSet presAssocID="{24F448A2-AAB0-4724-9C9E-17CC72AD21C7}" presName="sibTrans" presStyleCnt="0"/>
      <dgm:spPr/>
    </dgm:pt>
    <dgm:pt modelId="{3CCEE15B-DB14-4225-8C34-89667AF6E747}" type="pres">
      <dgm:prSet presAssocID="{B3FF8DE5-84F6-482E-9C0C-6C7DA26FB7BE}" presName="compNode" presStyleCnt="0"/>
      <dgm:spPr/>
    </dgm:pt>
    <dgm:pt modelId="{6466F7BD-0852-4602-8F2C-678907963AC8}" type="pres">
      <dgm:prSet presAssocID="{B3FF8DE5-84F6-482E-9C0C-6C7DA26FB7BE}" presName="bgRect" presStyleLbl="bgShp" presStyleIdx="6" presStyleCnt="7"/>
      <dgm:spPr/>
    </dgm:pt>
    <dgm:pt modelId="{6E13A750-0A88-47EA-B393-B44C75AA37AD}" type="pres">
      <dgm:prSet presAssocID="{B3FF8DE5-84F6-482E-9C0C-6C7DA26FB7BE}"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Podcast"/>
        </a:ext>
      </dgm:extLst>
    </dgm:pt>
    <dgm:pt modelId="{D3A87BB2-EEBA-439E-84F8-F40C2F88837B}" type="pres">
      <dgm:prSet presAssocID="{B3FF8DE5-84F6-482E-9C0C-6C7DA26FB7BE}" presName="spaceRect" presStyleCnt="0"/>
      <dgm:spPr/>
    </dgm:pt>
    <dgm:pt modelId="{166BE27D-3C5D-407B-AB6D-8FA2958EC101}" type="pres">
      <dgm:prSet presAssocID="{B3FF8DE5-84F6-482E-9C0C-6C7DA26FB7BE}" presName="parTx" presStyleLbl="revTx" presStyleIdx="6" presStyleCnt="7">
        <dgm:presLayoutVars>
          <dgm:chMax val="0"/>
          <dgm:chPref val="0"/>
        </dgm:presLayoutVars>
      </dgm:prSet>
      <dgm:spPr/>
    </dgm:pt>
  </dgm:ptLst>
  <dgm:cxnLst>
    <dgm:cxn modelId="{A3350B03-C0F2-4A81-8E1E-0A0B145120B8}" srcId="{F961B472-5547-4195-9EBD-2C9665FD9FAC}" destId="{A85D2D2B-67C4-4477-AB7E-5638CC1975D5}" srcOrd="4" destOrd="0" parTransId="{069B2082-4C5E-46BD-AE65-756FE6716BA5}" sibTransId="{3B54D45A-956D-4071-8E8D-D1B6615899C0}"/>
    <dgm:cxn modelId="{E1542716-B7F0-4E3D-B2A3-7921475FFC99}" type="presOf" srcId="{E644EFBA-6308-446E-9970-7A80A81D9F24}" destId="{483EFAEA-7B2D-4AC3-8050-CB289AAA483F}" srcOrd="0" destOrd="0" presId="urn:microsoft.com/office/officeart/2018/2/layout/IconVerticalSolidList"/>
    <dgm:cxn modelId="{E9A86D17-A584-4749-B901-DAECEA59739F}" type="presOf" srcId="{A85D2D2B-67C4-4477-AB7E-5638CC1975D5}" destId="{334B9AA0-7D43-4004-998B-E8F69466438E}" srcOrd="0" destOrd="0" presId="urn:microsoft.com/office/officeart/2018/2/layout/IconVerticalSolidList"/>
    <dgm:cxn modelId="{52C9852D-6D57-4857-802A-317D8A5D8127}" srcId="{F961B472-5547-4195-9EBD-2C9665FD9FAC}" destId="{E644EFBA-6308-446E-9970-7A80A81D9F24}" srcOrd="5" destOrd="0" parTransId="{C5CBD447-C874-4FD7-B283-4BD3D1601D9B}" sibTransId="{24F448A2-AAB0-4724-9C9E-17CC72AD21C7}"/>
    <dgm:cxn modelId="{237B372F-0BC9-4137-94C0-FB1B64246871}" type="presOf" srcId="{4331DC2E-FDF9-40D2-BEA2-6C90FB668D66}" destId="{77A1BA09-8581-4936-82DB-9B6E7235EFE0}" srcOrd="0" destOrd="0" presId="urn:microsoft.com/office/officeart/2018/2/layout/IconVerticalSolidList"/>
    <dgm:cxn modelId="{E2DD2A37-5661-498C-A677-A2FC7FF3EA91}" type="presOf" srcId="{FA2FEB60-84D3-4876-A488-C5D00F4337AE}" destId="{441A9EAB-B86A-4C15-8EDE-90B4DFDDC4A7}" srcOrd="0" destOrd="0" presId="urn:microsoft.com/office/officeart/2018/2/layout/IconVerticalSolidList"/>
    <dgm:cxn modelId="{7799C55F-C33A-4D97-83D2-C62878938335}" type="presOf" srcId="{C3E8BAB1-1EA5-4EAC-B336-180BD4D86E15}" destId="{0DB9395C-C5EB-4502-ACE3-DC60FF5B37AD}" srcOrd="0" destOrd="0" presId="urn:microsoft.com/office/officeart/2018/2/layout/IconVerticalSolidList"/>
    <dgm:cxn modelId="{89FEE089-9084-4AD4-9D6D-5DD18D3B52D2}" srcId="{F961B472-5547-4195-9EBD-2C9665FD9FAC}" destId="{FA2FEB60-84D3-4876-A488-C5D00F4337AE}" srcOrd="1" destOrd="0" parTransId="{3A27A483-B5F4-4EBD-9FDB-D6CD6E9645CA}" sibTransId="{EF8C6327-4E12-4133-874B-1AECD966656A}"/>
    <dgm:cxn modelId="{AB23EE98-C121-4FD6-9CD8-0910AC61170B}" type="presOf" srcId="{32A437FD-FA8F-4744-800C-9F67EFEA6518}" destId="{087C38C2-504A-40EE-978A-CC4ABA7CB5E7}" srcOrd="0" destOrd="0" presId="urn:microsoft.com/office/officeart/2018/2/layout/IconVerticalSolidList"/>
    <dgm:cxn modelId="{FC67B4A8-49B0-46A3-92EA-4DC072F8A429}" srcId="{F961B472-5547-4195-9EBD-2C9665FD9FAC}" destId="{B3FF8DE5-84F6-482E-9C0C-6C7DA26FB7BE}" srcOrd="6" destOrd="0" parTransId="{7E7963A3-B19D-41A1-8A8D-726E8CF47450}" sibTransId="{F126BCBD-3937-4F28-A9E5-67B6AFA82FEB}"/>
    <dgm:cxn modelId="{A079D2AE-0399-4E2E-94D6-A75CA64AC7E9}" type="presOf" srcId="{B3FF8DE5-84F6-482E-9C0C-6C7DA26FB7BE}" destId="{166BE27D-3C5D-407B-AB6D-8FA2958EC101}" srcOrd="0" destOrd="0" presId="urn:microsoft.com/office/officeart/2018/2/layout/IconVerticalSolidList"/>
    <dgm:cxn modelId="{86D50CAF-70C1-464C-984B-753912474859}" srcId="{F961B472-5547-4195-9EBD-2C9665FD9FAC}" destId="{4331DC2E-FDF9-40D2-BEA2-6C90FB668D66}" srcOrd="0" destOrd="0" parTransId="{387936BA-6BB5-44DB-9F77-F04B230301AE}" sibTransId="{AD351D2C-B4F2-457A-A71F-E50B2DF89721}"/>
    <dgm:cxn modelId="{FF43A8B6-79BE-4BF2-887A-211FDFE387A2}" srcId="{F961B472-5547-4195-9EBD-2C9665FD9FAC}" destId="{C3E8BAB1-1EA5-4EAC-B336-180BD4D86E15}" srcOrd="2" destOrd="0" parTransId="{1E74205E-D9DF-4F86-B2C4-587305429497}" sibTransId="{C626133B-FD0C-4934-929B-993E4A0D196F}"/>
    <dgm:cxn modelId="{0F0D82CF-0457-45FF-A567-4876BADE33BB}" type="presOf" srcId="{F961B472-5547-4195-9EBD-2C9665FD9FAC}" destId="{88AB9C43-32E1-4968-A9EF-79C5270CCD00}" srcOrd="0" destOrd="0" presId="urn:microsoft.com/office/officeart/2018/2/layout/IconVerticalSolidList"/>
    <dgm:cxn modelId="{BB00ADDD-A6D8-4467-8BB8-7E35F1889879}" srcId="{F961B472-5547-4195-9EBD-2C9665FD9FAC}" destId="{32A437FD-FA8F-4744-800C-9F67EFEA6518}" srcOrd="3" destOrd="0" parTransId="{16D8E5C1-75EB-4159-B479-41B057FA4080}" sibTransId="{F8A73BE0-04A6-4C81-B66A-5B33EB2711BB}"/>
    <dgm:cxn modelId="{FC923482-87A6-4A9A-87CA-39142488E1B7}" type="presParOf" srcId="{88AB9C43-32E1-4968-A9EF-79C5270CCD00}" destId="{A75293C7-32BD-423A-ADEB-15C797E727BB}" srcOrd="0" destOrd="0" presId="urn:microsoft.com/office/officeart/2018/2/layout/IconVerticalSolidList"/>
    <dgm:cxn modelId="{4F9E8996-E92C-40B4-916E-D65D3AEEBC3A}" type="presParOf" srcId="{A75293C7-32BD-423A-ADEB-15C797E727BB}" destId="{9CAB8788-37A0-4F09-B0E7-91DA14F57FAA}" srcOrd="0" destOrd="0" presId="urn:microsoft.com/office/officeart/2018/2/layout/IconVerticalSolidList"/>
    <dgm:cxn modelId="{37108F85-B832-4924-95CA-49632DC15B75}" type="presParOf" srcId="{A75293C7-32BD-423A-ADEB-15C797E727BB}" destId="{22D4F03F-462A-4BA2-B2C5-2E060AB6E335}" srcOrd="1" destOrd="0" presId="urn:microsoft.com/office/officeart/2018/2/layout/IconVerticalSolidList"/>
    <dgm:cxn modelId="{E8708D24-A7C5-43B5-9A94-38D8B92441B7}" type="presParOf" srcId="{A75293C7-32BD-423A-ADEB-15C797E727BB}" destId="{25F810A2-ECA4-4909-8417-C94DBB285BCA}" srcOrd="2" destOrd="0" presId="urn:microsoft.com/office/officeart/2018/2/layout/IconVerticalSolidList"/>
    <dgm:cxn modelId="{7362577D-422B-4830-A455-91D19C058626}" type="presParOf" srcId="{A75293C7-32BD-423A-ADEB-15C797E727BB}" destId="{77A1BA09-8581-4936-82DB-9B6E7235EFE0}" srcOrd="3" destOrd="0" presId="urn:microsoft.com/office/officeart/2018/2/layout/IconVerticalSolidList"/>
    <dgm:cxn modelId="{0012008F-027C-427D-AFD7-F11027789594}" type="presParOf" srcId="{88AB9C43-32E1-4968-A9EF-79C5270CCD00}" destId="{51CA20F7-E221-41D4-A459-3DC7154EE5DF}" srcOrd="1" destOrd="0" presId="urn:microsoft.com/office/officeart/2018/2/layout/IconVerticalSolidList"/>
    <dgm:cxn modelId="{4D535D4E-2D4F-4343-B6E1-F1BFD99CD5EC}" type="presParOf" srcId="{88AB9C43-32E1-4968-A9EF-79C5270CCD00}" destId="{1E82945A-54B3-4325-BC21-C79D73F31C0D}" srcOrd="2" destOrd="0" presId="urn:microsoft.com/office/officeart/2018/2/layout/IconVerticalSolidList"/>
    <dgm:cxn modelId="{242ECA8A-DD53-45C5-89BE-4AF7B1A6B4A9}" type="presParOf" srcId="{1E82945A-54B3-4325-BC21-C79D73F31C0D}" destId="{BA6A9A6F-8228-4F80-8DD8-706FC94F0BCA}" srcOrd="0" destOrd="0" presId="urn:microsoft.com/office/officeart/2018/2/layout/IconVerticalSolidList"/>
    <dgm:cxn modelId="{7C4A6F67-50DD-451F-ACE7-CD42CE157C48}" type="presParOf" srcId="{1E82945A-54B3-4325-BC21-C79D73F31C0D}" destId="{4646274E-5177-4656-BD95-A1300F887DE8}" srcOrd="1" destOrd="0" presId="urn:microsoft.com/office/officeart/2018/2/layout/IconVerticalSolidList"/>
    <dgm:cxn modelId="{F0E7411B-322E-4EAD-BB28-E6012CC34980}" type="presParOf" srcId="{1E82945A-54B3-4325-BC21-C79D73F31C0D}" destId="{B43B5510-FBB2-4148-BBE4-146CF318B5E4}" srcOrd="2" destOrd="0" presId="urn:microsoft.com/office/officeart/2018/2/layout/IconVerticalSolidList"/>
    <dgm:cxn modelId="{8739F83C-EEE0-4ADC-A899-10FBAA140CDD}" type="presParOf" srcId="{1E82945A-54B3-4325-BC21-C79D73F31C0D}" destId="{441A9EAB-B86A-4C15-8EDE-90B4DFDDC4A7}" srcOrd="3" destOrd="0" presId="urn:microsoft.com/office/officeart/2018/2/layout/IconVerticalSolidList"/>
    <dgm:cxn modelId="{75F9EC7A-5432-46FE-958D-1C091317B016}" type="presParOf" srcId="{88AB9C43-32E1-4968-A9EF-79C5270CCD00}" destId="{49AC8239-CAE8-420D-AF44-FBD89A19ABF9}" srcOrd="3" destOrd="0" presId="urn:microsoft.com/office/officeart/2018/2/layout/IconVerticalSolidList"/>
    <dgm:cxn modelId="{FADAB531-2165-4D0C-A6CA-AB91D221A4B0}" type="presParOf" srcId="{88AB9C43-32E1-4968-A9EF-79C5270CCD00}" destId="{ED1E12D8-A599-4597-BF77-8D7839FEDD96}" srcOrd="4" destOrd="0" presId="urn:microsoft.com/office/officeart/2018/2/layout/IconVerticalSolidList"/>
    <dgm:cxn modelId="{81AFBE6E-B476-4962-97F1-8C87568943E9}" type="presParOf" srcId="{ED1E12D8-A599-4597-BF77-8D7839FEDD96}" destId="{546D7ACC-B9AB-4270-A09E-9BD757A2A6E1}" srcOrd="0" destOrd="0" presId="urn:microsoft.com/office/officeart/2018/2/layout/IconVerticalSolidList"/>
    <dgm:cxn modelId="{AA6667C8-A9D1-4CF3-948D-89F5A92AEB5C}" type="presParOf" srcId="{ED1E12D8-A599-4597-BF77-8D7839FEDD96}" destId="{D671A79F-9C78-46FE-AC0F-B512EB4AC82D}" srcOrd="1" destOrd="0" presId="urn:microsoft.com/office/officeart/2018/2/layout/IconVerticalSolidList"/>
    <dgm:cxn modelId="{FC49AC26-AD35-48B6-99B9-B0275AA1F960}" type="presParOf" srcId="{ED1E12D8-A599-4597-BF77-8D7839FEDD96}" destId="{85615227-0570-4507-829A-97FA1D40F9B5}" srcOrd="2" destOrd="0" presId="urn:microsoft.com/office/officeart/2018/2/layout/IconVerticalSolidList"/>
    <dgm:cxn modelId="{C04C71AA-A16C-46AD-98FB-7F7FF565370F}" type="presParOf" srcId="{ED1E12D8-A599-4597-BF77-8D7839FEDD96}" destId="{0DB9395C-C5EB-4502-ACE3-DC60FF5B37AD}" srcOrd="3" destOrd="0" presId="urn:microsoft.com/office/officeart/2018/2/layout/IconVerticalSolidList"/>
    <dgm:cxn modelId="{7B68D9F2-8F7D-4CEC-A4EC-6818C5E7CD7C}" type="presParOf" srcId="{88AB9C43-32E1-4968-A9EF-79C5270CCD00}" destId="{4384EC38-9363-4E55-ACA9-160811E417E1}" srcOrd="5" destOrd="0" presId="urn:microsoft.com/office/officeart/2018/2/layout/IconVerticalSolidList"/>
    <dgm:cxn modelId="{3A4A763C-03D9-4228-A2F2-A598D7D330B4}" type="presParOf" srcId="{88AB9C43-32E1-4968-A9EF-79C5270CCD00}" destId="{D98720D7-0F89-49AB-9CA7-610DC73386F2}" srcOrd="6" destOrd="0" presId="urn:microsoft.com/office/officeart/2018/2/layout/IconVerticalSolidList"/>
    <dgm:cxn modelId="{D40AF82F-6902-44C2-8DC2-607C08D621FD}" type="presParOf" srcId="{D98720D7-0F89-49AB-9CA7-610DC73386F2}" destId="{7AFCA972-1460-48EA-AE13-197DEBC1816A}" srcOrd="0" destOrd="0" presId="urn:microsoft.com/office/officeart/2018/2/layout/IconVerticalSolidList"/>
    <dgm:cxn modelId="{E27A574A-0EC0-46AA-9084-28D219F4E41A}" type="presParOf" srcId="{D98720D7-0F89-49AB-9CA7-610DC73386F2}" destId="{5EC7EE03-D4EF-46E7-9B0C-9FC412BAFD4D}" srcOrd="1" destOrd="0" presId="urn:microsoft.com/office/officeart/2018/2/layout/IconVerticalSolidList"/>
    <dgm:cxn modelId="{39518D0B-90AA-44A6-84CC-19B9319B28E5}" type="presParOf" srcId="{D98720D7-0F89-49AB-9CA7-610DC73386F2}" destId="{6E055E3B-9E71-43D9-BD8B-C0BE0EC042CD}" srcOrd="2" destOrd="0" presId="urn:microsoft.com/office/officeart/2018/2/layout/IconVerticalSolidList"/>
    <dgm:cxn modelId="{32803972-52E3-45E9-9DB0-E5412511DFF6}" type="presParOf" srcId="{D98720D7-0F89-49AB-9CA7-610DC73386F2}" destId="{087C38C2-504A-40EE-978A-CC4ABA7CB5E7}" srcOrd="3" destOrd="0" presId="urn:microsoft.com/office/officeart/2018/2/layout/IconVerticalSolidList"/>
    <dgm:cxn modelId="{D41BF95A-8721-42FB-BF2B-E044C5FC5B08}" type="presParOf" srcId="{88AB9C43-32E1-4968-A9EF-79C5270CCD00}" destId="{7CD6A73C-432D-471C-8BE0-87FADB033C92}" srcOrd="7" destOrd="0" presId="urn:microsoft.com/office/officeart/2018/2/layout/IconVerticalSolidList"/>
    <dgm:cxn modelId="{E2D545C7-B464-459F-94EF-448B125BEB8D}" type="presParOf" srcId="{88AB9C43-32E1-4968-A9EF-79C5270CCD00}" destId="{C7594721-1022-4C39-909D-EB4CAA40003B}" srcOrd="8" destOrd="0" presId="urn:microsoft.com/office/officeart/2018/2/layout/IconVerticalSolidList"/>
    <dgm:cxn modelId="{0A57BEB7-00AC-4593-85D6-A70F7518287B}" type="presParOf" srcId="{C7594721-1022-4C39-909D-EB4CAA40003B}" destId="{7876435A-F7EF-4CAF-B006-6340D8E06865}" srcOrd="0" destOrd="0" presId="urn:microsoft.com/office/officeart/2018/2/layout/IconVerticalSolidList"/>
    <dgm:cxn modelId="{5247CF81-F707-4790-9077-7B4C5373EB89}" type="presParOf" srcId="{C7594721-1022-4C39-909D-EB4CAA40003B}" destId="{D0091641-5613-4DA6-B486-D71717AC1349}" srcOrd="1" destOrd="0" presId="urn:microsoft.com/office/officeart/2018/2/layout/IconVerticalSolidList"/>
    <dgm:cxn modelId="{D3FADE43-E6B2-48D5-9A7A-292E38C257C5}" type="presParOf" srcId="{C7594721-1022-4C39-909D-EB4CAA40003B}" destId="{97515351-EED1-4FDE-9A3B-58E32F2E9FEE}" srcOrd="2" destOrd="0" presId="urn:microsoft.com/office/officeart/2018/2/layout/IconVerticalSolidList"/>
    <dgm:cxn modelId="{07AA94AC-23E0-411E-93E9-20762C85BE6C}" type="presParOf" srcId="{C7594721-1022-4C39-909D-EB4CAA40003B}" destId="{334B9AA0-7D43-4004-998B-E8F69466438E}" srcOrd="3" destOrd="0" presId="urn:microsoft.com/office/officeart/2018/2/layout/IconVerticalSolidList"/>
    <dgm:cxn modelId="{51D4BEEC-7E83-45D0-B61E-16D026E52613}" type="presParOf" srcId="{88AB9C43-32E1-4968-A9EF-79C5270CCD00}" destId="{E7C71A93-B59D-4C7F-8610-44DEF1726C86}" srcOrd="9" destOrd="0" presId="urn:microsoft.com/office/officeart/2018/2/layout/IconVerticalSolidList"/>
    <dgm:cxn modelId="{ADD5DA10-0779-4EBF-B5AD-A7DAC6AA6938}" type="presParOf" srcId="{88AB9C43-32E1-4968-A9EF-79C5270CCD00}" destId="{AC459088-4A07-4644-9630-31B5AC983B86}" srcOrd="10" destOrd="0" presId="urn:microsoft.com/office/officeart/2018/2/layout/IconVerticalSolidList"/>
    <dgm:cxn modelId="{AC5FA28B-D44E-4E62-A0C3-3CAFF6B8D7DD}" type="presParOf" srcId="{AC459088-4A07-4644-9630-31B5AC983B86}" destId="{2B24CEBA-8765-42A5-907B-DB66F8F031A6}" srcOrd="0" destOrd="0" presId="urn:microsoft.com/office/officeart/2018/2/layout/IconVerticalSolidList"/>
    <dgm:cxn modelId="{70E0856E-D897-4E26-840B-41FF4436D72A}" type="presParOf" srcId="{AC459088-4A07-4644-9630-31B5AC983B86}" destId="{F9CDA983-A03C-4B81-BDF5-0B4B9449F137}" srcOrd="1" destOrd="0" presId="urn:microsoft.com/office/officeart/2018/2/layout/IconVerticalSolidList"/>
    <dgm:cxn modelId="{A3FF7C9A-BEDB-4C3F-A0F6-4EAEEE95F7E1}" type="presParOf" srcId="{AC459088-4A07-4644-9630-31B5AC983B86}" destId="{AB920C3C-4BE2-49AC-B623-7093E65B01CE}" srcOrd="2" destOrd="0" presId="urn:microsoft.com/office/officeart/2018/2/layout/IconVerticalSolidList"/>
    <dgm:cxn modelId="{0D47EF88-4469-49B6-A29E-8EFDFD24BD79}" type="presParOf" srcId="{AC459088-4A07-4644-9630-31B5AC983B86}" destId="{483EFAEA-7B2D-4AC3-8050-CB289AAA483F}" srcOrd="3" destOrd="0" presId="urn:microsoft.com/office/officeart/2018/2/layout/IconVerticalSolidList"/>
    <dgm:cxn modelId="{4BEDEA0F-40E6-498F-B3D8-5C7D6E8E403F}" type="presParOf" srcId="{88AB9C43-32E1-4968-A9EF-79C5270CCD00}" destId="{3D5EBE42-FF58-4C18-8D18-9118B845381B}" srcOrd="11" destOrd="0" presId="urn:microsoft.com/office/officeart/2018/2/layout/IconVerticalSolidList"/>
    <dgm:cxn modelId="{DB58A1D2-D34D-4B2B-96B4-187490EC3D71}" type="presParOf" srcId="{88AB9C43-32E1-4968-A9EF-79C5270CCD00}" destId="{3CCEE15B-DB14-4225-8C34-89667AF6E747}" srcOrd="12" destOrd="0" presId="urn:microsoft.com/office/officeart/2018/2/layout/IconVerticalSolidList"/>
    <dgm:cxn modelId="{92B3C6BE-CEB8-49CA-94B2-9DFF52F02A66}" type="presParOf" srcId="{3CCEE15B-DB14-4225-8C34-89667AF6E747}" destId="{6466F7BD-0852-4602-8F2C-678907963AC8}" srcOrd="0" destOrd="0" presId="urn:microsoft.com/office/officeart/2018/2/layout/IconVerticalSolidList"/>
    <dgm:cxn modelId="{17FA0497-9EF9-466D-ACFF-9E59E0C0F56E}" type="presParOf" srcId="{3CCEE15B-DB14-4225-8C34-89667AF6E747}" destId="{6E13A750-0A88-47EA-B393-B44C75AA37AD}" srcOrd="1" destOrd="0" presId="urn:microsoft.com/office/officeart/2018/2/layout/IconVerticalSolidList"/>
    <dgm:cxn modelId="{12B5092D-C497-4C8E-B669-D7DE44FF2AB2}" type="presParOf" srcId="{3CCEE15B-DB14-4225-8C34-89667AF6E747}" destId="{D3A87BB2-EEBA-439E-84F8-F40C2F88837B}" srcOrd="2" destOrd="0" presId="urn:microsoft.com/office/officeart/2018/2/layout/IconVerticalSolidList"/>
    <dgm:cxn modelId="{8009BA87-209C-44FF-964E-8D390D88BA92}" type="presParOf" srcId="{3CCEE15B-DB14-4225-8C34-89667AF6E747}" destId="{166BE27D-3C5D-407B-AB6D-8FA2958EC1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3B01269-B5B8-4B19-9DDB-8D73C0440AE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B325DD3-4E3F-44DA-BDC0-421DB90FC358}">
      <dgm:prSet/>
      <dgm:spPr/>
      <dgm:t>
        <a:bodyPr/>
        <a:lstStyle/>
        <a:p>
          <a:r>
            <a:rPr lang="en-US" b="0" i="0"/>
            <a:t>Our team has chosen to do the client/server architecture pattern for the system design for our music streaming app. We believe that this best fits our project’s needs because it allows all the different responsibilities to be separated into their respective sections.</a:t>
          </a:r>
          <a:endParaRPr lang="en-US"/>
        </a:p>
      </dgm:t>
    </dgm:pt>
    <dgm:pt modelId="{BC42A5AA-3AD8-43A1-8E97-5CF4BA97F6CE}" type="parTrans" cxnId="{5EBA06F9-F77E-4BAD-9314-3237A08A641E}">
      <dgm:prSet/>
      <dgm:spPr/>
      <dgm:t>
        <a:bodyPr/>
        <a:lstStyle/>
        <a:p>
          <a:endParaRPr lang="en-US"/>
        </a:p>
      </dgm:t>
    </dgm:pt>
    <dgm:pt modelId="{D0F01920-D635-4FCD-9B59-62212791CEA5}" type="sibTrans" cxnId="{5EBA06F9-F77E-4BAD-9314-3237A08A641E}">
      <dgm:prSet/>
      <dgm:spPr/>
      <dgm:t>
        <a:bodyPr/>
        <a:lstStyle/>
        <a:p>
          <a:endParaRPr lang="en-US"/>
        </a:p>
      </dgm:t>
    </dgm:pt>
    <dgm:pt modelId="{071C709E-2BB6-4841-B691-6A3707FF1CB5}">
      <dgm:prSet/>
      <dgm:spPr/>
      <dgm:t>
        <a:bodyPr/>
        <a:lstStyle/>
        <a:p>
          <a:r>
            <a:rPr lang="en-US" b="0" i="0"/>
            <a:t>Server responsibilities:</a:t>
          </a:r>
          <a:endParaRPr lang="en-US"/>
        </a:p>
      </dgm:t>
    </dgm:pt>
    <dgm:pt modelId="{2368FCC8-1556-4684-8650-FB7FD71B521C}" type="parTrans" cxnId="{FB9B39F0-C143-45DD-9DE9-D73B94D32324}">
      <dgm:prSet/>
      <dgm:spPr/>
      <dgm:t>
        <a:bodyPr/>
        <a:lstStyle/>
        <a:p>
          <a:endParaRPr lang="en-US"/>
        </a:p>
      </dgm:t>
    </dgm:pt>
    <dgm:pt modelId="{6A9DA0E2-CC5C-4182-8DA4-10C628B50780}" type="sibTrans" cxnId="{FB9B39F0-C143-45DD-9DE9-D73B94D32324}">
      <dgm:prSet/>
      <dgm:spPr/>
      <dgm:t>
        <a:bodyPr/>
        <a:lstStyle/>
        <a:p>
          <a:endParaRPr lang="en-US"/>
        </a:p>
      </dgm:t>
    </dgm:pt>
    <dgm:pt modelId="{207F9E5B-9A3E-4844-9B65-CC7C42BA6B00}">
      <dgm:prSet/>
      <dgm:spPr/>
      <dgm:t>
        <a:bodyPr/>
        <a:lstStyle/>
        <a:p>
          <a:r>
            <a:rPr lang="en-US" b="0" i="0"/>
            <a:t>Handles the music library</a:t>
          </a:r>
          <a:endParaRPr lang="en-US"/>
        </a:p>
      </dgm:t>
    </dgm:pt>
    <dgm:pt modelId="{99A8A445-511D-49D9-825A-FB8FFAB388A0}" type="parTrans" cxnId="{4BBE8FC0-6784-426A-801C-7539E54E96C8}">
      <dgm:prSet/>
      <dgm:spPr/>
      <dgm:t>
        <a:bodyPr/>
        <a:lstStyle/>
        <a:p>
          <a:endParaRPr lang="en-US"/>
        </a:p>
      </dgm:t>
    </dgm:pt>
    <dgm:pt modelId="{2F2BB002-917F-49B0-A846-CAD442389ACF}" type="sibTrans" cxnId="{4BBE8FC0-6784-426A-801C-7539E54E96C8}">
      <dgm:prSet/>
      <dgm:spPr/>
      <dgm:t>
        <a:bodyPr/>
        <a:lstStyle/>
        <a:p>
          <a:endParaRPr lang="en-US"/>
        </a:p>
      </dgm:t>
    </dgm:pt>
    <dgm:pt modelId="{25D5AAAD-6EE7-40A3-A0EC-5BB2AE163ADF}">
      <dgm:prSet/>
      <dgm:spPr/>
      <dgm:t>
        <a:bodyPr/>
        <a:lstStyle/>
        <a:p>
          <a:r>
            <a:rPr lang="en-US" b="0" i="0"/>
            <a:t>Handles user auth and account data</a:t>
          </a:r>
          <a:endParaRPr lang="en-US"/>
        </a:p>
      </dgm:t>
    </dgm:pt>
    <dgm:pt modelId="{D9AFB832-06D7-4A13-8ECF-1570E022C4E0}" type="parTrans" cxnId="{8F18A8D7-1D5D-4BEC-9AAD-EABF2172B222}">
      <dgm:prSet/>
      <dgm:spPr/>
      <dgm:t>
        <a:bodyPr/>
        <a:lstStyle/>
        <a:p>
          <a:endParaRPr lang="en-US"/>
        </a:p>
      </dgm:t>
    </dgm:pt>
    <dgm:pt modelId="{84A19C83-8479-40DB-800F-B21BDE1F6753}" type="sibTrans" cxnId="{8F18A8D7-1D5D-4BEC-9AAD-EABF2172B222}">
      <dgm:prSet/>
      <dgm:spPr/>
      <dgm:t>
        <a:bodyPr/>
        <a:lstStyle/>
        <a:p>
          <a:endParaRPr lang="en-US"/>
        </a:p>
      </dgm:t>
    </dgm:pt>
    <dgm:pt modelId="{FE8600C9-1214-4559-A4F9-895C09DB6F85}">
      <dgm:prSet/>
      <dgm:spPr/>
      <dgm:t>
        <a:bodyPr/>
        <a:lstStyle/>
        <a:p>
          <a:r>
            <a:rPr lang="en-US" b="0" i="0"/>
            <a:t>Streams content over the internet to the clients</a:t>
          </a:r>
          <a:endParaRPr lang="en-US"/>
        </a:p>
      </dgm:t>
    </dgm:pt>
    <dgm:pt modelId="{E0B56CDA-3761-4E4A-B114-FA1338257E20}" type="parTrans" cxnId="{24EE4852-4DA6-478C-8140-DA9B0C48F718}">
      <dgm:prSet/>
      <dgm:spPr/>
      <dgm:t>
        <a:bodyPr/>
        <a:lstStyle/>
        <a:p>
          <a:endParaRPr lang="en-US"/>
        </a:p>
      </dgm:t>
    </dgm:pt>
    <dgm:pt modelId="{D8086603-AB31-4426-B010-1B0878139E1C}" type="sibTrans" cxnId="{24EE4852-4DA6-478C-8140-DA9B0C48F718}">
      <dgm:prSet/>
      <dgm:spPr/>
      <dgm:t>
        <a:bodyPr/>
        <a:lstStyle/>
        <a:p>
          <a:endParaRPr lang="en-US"/>
        </a:p>
      </dgm:t>
    </dgm:pt>
    <dgm:pt modelId="{CB503F78-B33A-493F-9675-B9DD3521095A}">
      <dgm:prSet/>
      <dgm:spPr/>
      <dgm:t>
        <a:bodyPr/>
        <a:lstStyle/>
        <a:p>
          <a:r>
            <a:rPr lang="en-US" b="0" i="0"/>
            <a:t>Client responsibilities:</a:t>
          </a:r>
          <a:endParaRPr lang="en-US"/>
        </a:p>
      </dgm:t>
    </dgm:pt>
    <dgm:pt modelId="{08AC967D-934D-4C66-818C-A01DBF7F65DC}" type="parTrans" cxnId="{918E8E16-41B5-4CD7-9C14-1F9269BCE4BC}">
      <dgm:prSet/>
      <dgm:spPr/>
      <dgm:t>
        <a:bodyPr/>
        <a:lstStyle/>
        <a:p>
          <a:endParaRPr lang="en-US"/>
        </a:p>
      </dgm:t>
    </dgm:pt>
    <dgm:pt modelId="{B0F17257-F90A-448F-A7B6-E57854B2E9F2}" type="sibTrans" cxnId="{918E8E16-41B5-4CD7-9C14-1F9269BCE4BC}">
      <dgm:prSet/>
      <dgm:spPr/>
      <dgm:t>
        <a:bodyPr/>
        <a:lstStyle/>
        <a:p>
          <a:endParaRPr lang="en-US"/>
        </a:p>
      </dgm:t>
    </dgm:pt>
    <dgm:pt modelId="{01EBD14C-D92B-4FC6-82E2-03A4662A33AD}">
      <dgm:prSet/>
      <dgm:spPr/>
      <dgm:t>
        <a:bodyPr/>
        <a:lstStyle/>
        <a:p>
          <a:r>
            <a:rPr lang="en-US" b="0" i="0"/>
            <a:t>UI and playback system</a:t>
          </a:r>
          <a:endParaRPr lang="en-US"/>
        </a:p>
      </dgm:t>
    </dgm:pt>
    <dgm:pt modelId="{529338E9-17C7-468E-A9DF-0100756524AA}" type="parTrans" cxnId="{0A4B9399-F746-4F26-AACD-59EB61736BEF}">
      <dgm:prSet/>
      <dgm:spPr/>
      <dgm:t>
        <a:bodyPr/>
        <a:lstStyle/>
        <a:p>
          <a:endParaRPr lang="en-US"/>
        </a:p>
      </dgm:t>
    </dgm:pt>
    <dgm:pt modelId="{EE7C5418-5BE3-4DD1-8672-D5778DCDE0F0}" type="sibTrans" cxnId="{0A4B9399-F746-4F26-AACD-59EB61736BEF}">
      <dgm:prSet/>
      <dgm:spPr/>
      <dgm:t>
        <a:bodyPr/>
        <a:lstStyle/>
        <a:p>
          <a:endParaRPr lang="en-US"/>
        </a:p>
      </dgm:t>
    </dgm:pt>
    <dgm:pt modelId="{CE22A9A5-7572-4486-9144-87BF001F416E}">
      <dgm:prSet/>
      <dgm:spPr/>
      <dgm:t>
        <a:bodyPr/>
        <a:lstStyle/>
        <a:p>
          <a:r>
            <a:rPr lang="en-US" b="0" i="0"/>
            <a:t>Handles user interaction </a:t>
          </a:r>
          <a:endParaRPr lang="en-US"/>
        </a:p>
      </dgm:t>
    </dgm:pt>
    <dgm:pt modelId="{4FBBD34B-ABEB-4BEB-B099-69766A3A9A66}" type="parTrans" cxnId="{374CFEC1-2A52-4A4D-9034-7D28070151B7}">
      <dgm:prSet/>
      <dgm:spPr/>
      <dgm:t>
        <a:bodyPr/>
        <a:lstStyle/>
        <a:p>
          <a:endParaRPr lang="en-US"/>
        </a:p>
      </dgm:t>
    </dgm:pt>
    <dgm:pt modelId="{F816C380-417A-4747-89E1-9BB00F94C7C7}" type="sibTrans" cxnId="{374CFEC1-2A52-4A4D-9034-7D28070151B7}">
      <dgm:prSet/>
      <dgm:spPr/>
      <dgm:t>
        <a:bodyPr/>
        <a:lstStyle/>
        <a:p>
          <a:endParaRPr lang="en-US"/>
        </a:p>
      </dgm:t>
    </dgm:pt>
    <dgm:pt modelId="{EF6B2035-E759-460B-BDB8-2EB879F479BB}">
      <dgm:prSet/>
      <dgm:spPr/>
      <dgm:t>
        <a:bodyPr/>
        <a:lstStyle/>
        <a:p>
          <a:r>
            <a:rPr lang="en-US" b="0" i="0"/>
            <a:t>Sends requests to the server for music content</a:t>
          </a:r>
          <a:endParaRPr lang="en-US"/>
        </a:p>
      </dgm:t>
    </dgm:pt>
    <dgm:pt modelId="{FB207E07-2E4B-4749-8EAB-7A9DA0F7259D}" type="parTrans" cxnId="{CB03410B-B016-40EC-BF42-D50DAA95696C}">
      <dgm:prSet/>
      <dgm:spPr/>
      <dgm:t>
        <a:bodyPr/>
        <a:lstStyle/>
        <a:p>
          <a:endParaRPr lang="en-US"/>
        </a:p>
      </dgm:t>
    </dgm:pt>
    <dgm:pt modelId="{A9F6E278-64E1-47F9-B717-87A3AA4137E4}" type="sibTrans" cxnId="{CB03410B-B016-40EC-BF42-D50DAA95696C}">
      <dgm:prSet/>
      <dgm:spPr/>
      <dgm:t>
        <a:bodyPr/>
        <a:lstStyle/>
        <a:p>
          <a:endParaRPr lang="en-US"/>
        </a:p>
      </dgm:t>
    </dgm:pt>
    <dgm:pt modelId="{FE69E5AA-1298-4AE9-A602-69B6ADDFA87F}" type="pres">
      <dgm:prSet presAssocID="{93B01269-B5B8-4B19-9DDB-8D73C0440AEE}" presName="root" presStyleCnt="0">
        <dgm:presLayoutVars>
          <dgm:dir/>
          <dgm:resizeHandles val="exact"/>
        </dgm:presLayoutVars>
      </dgm:prSet>
      <dgm:spPr/>
    </dgm:pt>
    <dgm:pt modelId="{CD3F7B85-FF7F-4EB1-A8A0-18B5B60A7F5B}" type="pres">
      <dgm:prSet presAssocID="{7B325DD3-4E3F-44DA-BDC0-421DB90FC358}" presName="compNode" presStyleCnt="0"/>
      <dgm:spPr/>
    </dgm:pt>
    <dgm:pt modelId="{608D44A9-108D-40D6-B506-73CD7452D952}" type="pres">
      <dgm:prSet presAssocID="{7B325DD3-4E3F-44DA-BDC0-421DB90FC358}" presName="bgRect" presStyleLbl="bgShp" presStyleIdx="0" presStyleCnt="3"/>
      <dgm:spPr/>
    </dgm:pt>
    <dgm:pt modelId="{25E393A7-0B5C-450B-B5D0-06F3E7526498}" type="pres">
      <dgm:prSet presAssocID="{7B325DD3-4E3F-44DA-BDC0-421DB90FC3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2679AB86-A533-42C6-B4AD-5F57119BFCAE}" type="pres">
      <dgm:prSet presAssocID="{7B325DD3-4E3F-44DA-BDC0-421DB90FC358}" presName="spaceRect" presStyleCnt="0"/>
      <dgm:spPr/>
    </dgm:pt>
    <dgm:pt modelId="{29EA0F78-15E1-4802-92B5-5E6A3F2F6CA9}" type="pres">
      <dgm:prSet presAssocID="{7B325DD3-4E3F-44DA-BDC0-421DB90FC358}" presName="parTx" presStyleLbl="revTx" presStyleIdx="0" presStyleCnt="5">
        <dgm:presLayoutVars>
          <dgm:chMax val="0"/>
          <dgm:chPref val="0"/>
        </dgm:presLayoutVars>
      </dgm:prSet>
      <dgm:spPr/>
    </dgm:pt>
    <dgm:pt modelId="{86C4964A-9FAE-4464-B322-D6E8531F99E2}" type="pres">
      <dgm:prSet presAssocID="{D0F01920-D635-4FCD-9B59-62212791CEA5}" presName="sibTrans" presStyleCnt="0"/>
      <dgm:spPr/>
    </dgm:pt>
    <dgm:pt modelId="{C4574ED7-F9F1-4747-85EC-A5FC8DC465C8}" type="pres">
      <dgm:prSet presAssocID="{071C709E-2BB6-4841-B691-6A3707FF1CB5}" presName="compNode" presStyleCnt="0"/>
      <dgm:spPr/>
    </dgm:pt>
    <dgm:pt modelId="{E9916B3E-DB6B-4D18-BFA8-06DEB31CD1A6}" type="pres">
      <dgm:prSet presAssocID="{071C709E-2BB6-4841-B691-6A3707FF1CB5}" presName="bgRect" presStyleLbl="bgShp" presStyleIdx="1" presStyleCnt="3"/>
      <dgm:spPr/>
    </dgm:pt>
    <dgm:pt modelId="{EA6C7D18-BDE9-4FB3-BADA-47B80E076CB6}" type="pres">
      <dgm:prSet presAssocID="{071C709E-2BB6-4841-B691-6A3707FF1CB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B9CFA4C2-DFD4-492B-8E6B-61A63F40FCCA}" type="pres">
      <dgm:prSet presAssocID="{071C709E-2BB6-4841-B691-6A3707FF1CB5}" presName="spaceRect" presStyleCnt="0"/>
      <dgm:spPr/>
    </dgm:pt>
    <dgm:pt modelId="{E6BAF120-5800-4327-9E17-10176FE755DC}" type="pres">
      <dgm:prSet presAssocID="{071C709E-2BB6-4841-B691-6A3707FF1CB5}" presName="parTx" presStyleLbl="revTx" presStyleIdx="1" presStyleCnt="5">
        <dgm:presLayoutVars>
          <dgm:chMax val="0"/>
          <dgm:chPref val="0"/>
        </dgm:presLayoutVars>
      </dgm:prSet>
      <dgm:spPr/>
    </dgm:pt>
    <dgm:pt modelId="{8580D008-3E6E-41AB-AB3C-B0FCF78920C6}" type="pres">
      <dgm:prSet presAssocID="{071C709E-2BB6-4841-B691-6A3707FF1CB5}" presName="desTx" presStyleLbl="revTx" presStyleIdx="2" presStyleCnt="5">
        <dgm:presLayoutVars/>
      </dgm:prSet>
      <dgm:spPr/>
    </dgm:pt>
    <dgm:pt modelId="{8C5DB306-2F59-4DCD-B024-E47B0E5F64E2}" type="pres">
      <dgm:prSet presAssocID="{6A9DA0E2-CC5C-4182-8DA4-10C628B50780}" presName="sibTrans" presStyleCnt="0"/>
      <dgm:spPr/>
    </dgm:pt>
    <dgm:pt modelId="{19E6240F-C8C6-4071-BD20-D5A815A115F1}" type="pres">
      <dgm:prSet presAssocID="{CB503F78-B33A-493F-9675-B9DD3521095A}" presName="compNode" presStyleCnt="0"/>
      <dgm:spPr/>
    </dgm:pt>
    <dgm:pt modelId="{5A15B89D-C7A5-41E9-B77B-5FDA1210DA0E}" type="pres">
      <dgm:prSet presAssocID="{CB503F78-B33A-493F-9675-B9DD3521095A}" presName="bgRect" presStyleLbl="bgShp" presStyleIdx="2" presStyleCnt="3"/>
      <dgm:spPr/>
    </dgm:pt>
    <dgm:pt modelId="{08077EA8-FF9A-4030-AFFA-626022081695}" type="pres">
      <dgm:prSet presAssocID="{CB503F78-B33A-493F-9675-B9DD3521095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D7848651-FDD7-4862-88D7-EA67E361F230}" type="pres">
      <dgm:prSet presAssocID="{CB503F78-B33A-493F-9675-B9DD3521095A}" presName="spaceRect" presStyleCnt="0"/>
      <dgm:spPr/>
    </dgm:pt>
    <dgm:pt modelId="{89DCD754-1636-44B6-8968-6A57C197E8DE}" type="pres">
      <dgm:prSet presAssocID="{CB503F78-B33A-493F-9675-B9DD3521095A}" presName="parTx" presStyleLbl="revTx" presStyleIdx="3" presStyleCnt="5">
        <dgm:presLayoutVars>
          <dgm:chMax val="0"/>
          <dgm:chPref val="0"/>
        </dgm:presLayoutVars>
      </dgm:prSet>
      <dgm:spPr/>
    </dgm:pt>
    <dgm:pt modelId="{7FBFABA9-B784-4C60-9BF8-9A725469EABF}" type="pres">
      <dgm:prSet presAssocID="{CB503F78-B33A-493F-9675-B9DD3521095A}" presName="desTx" presStyleLbl="revTx" presStyleIdx="4" presStyleCnt="5">
        <dgm:presLayoutVars/>
      </dgm:prSet>
      <dgm:spPr/>
    </dgm:pt>
  </dgm:ptLst>
  <dgm:cxnLst>
    <dgm:cxn modelId="{CB03410B-B016-40EC-BF42-D50DAA95696C}" srcId="{CB503F78-B33A-493F-9675-B9DD3521095A}" destId="{EF6B2035-E759-460B-BDB8-2EB879F479BB}" srcOrd="2" destOrd="0" parTransId="{FB207E07-2E4B-4749-8EAB-7A9DA0F7259D}" sibTransId="{A9F6E278-64E1-47F9-B717-87A3AA4137E4}"/>
    <dgm:cxn modelId="{918E8E16-41B5-4CD7-9C14-1F9269BCE4BC}" srcId="{93B01269-B5B8-4B19-9DDB-8D73C0440AEE}" destId="{CB503F78-B33A-493F-9675-B9DD3521095A}" srcOrd="2" destOrd="0" parTransId="{08AC967D-934D-4C66-818C-A01DBF7F65DC}" sibTransId="{B0F17257-F90A-448F-A7B6-E57854B2E9F2}"/>
    <dgm:cxn modelId="{95DC913E-DB32-469A-A7C0-ADC8142E6962}" type="presOf" srcId="{CB503F78-B33A-493F-9675-B9DD3521095A}" destId="{89DCD754-1636-44B6-8968-6A57C197E8DE}" srcOrd="0" destOrd="0" presId="urn:microsoft.com/office/officeart/2018/2/layout/IconVerticalSolidList"/>
    <dgm:cxn modelId="{C75BD35D-1D5F-48FD-9612-2FF367A8AAF9}" type="presOf" srcId="{01EBD14C-D92B-4FC6-82E2-03A4662A33AD}" destId="{7FBFABA9-B784-4C60-9BF8-9A725469EABF}" srcOrd="0" destOrd="0" presId="urn:microsoft.com/office/officeart/2018/2/layout/IconVerticalSolidList"/>
    <dgm:cxn modelId="{AF15BE5E-80DB-4CF2-AFEB-42E45A8340CD}" type="presOf" srcId="{25D5AAAD-6EE7-40A3-A0EC-5BB2AE163ADF}" destId="{8580D008-3E6E-41AB-AB3C-B0FCF78920C6}" srcOrd="0" destOrd="1" presId="urn:microsoft.com/office/officeart/2018/2/layout/IconVerticalSolidList"/>
    <dgm:cxn modelId="{24EE4852-4DA6-478C-8140-DA9B0C48F718}" srcId="{071C709E-2BB6-4841-B691-6A3707FF1CB5}" destId="{FE8600C9-1214-4559-A4F9-895C09DB6F85}" srcOrd="2" destOrd="0" parTransId="{E0B56CDA-3761-4E4A-B114-FA1338257E20}" sibTransId="{D8086603-AB31-4426-B010-1B0878139E1C}"/>
    <dgm:cxn modelId="{90189A88-01C9-4713-B032-8258256C6501}" type="presOf" srcId="{93B01269-B5B8-4B19-9DDB-8D73C0440AEE}" destId="{FE69E5AA-1298-4AE9-A602-69B6ADDFA87F}" srcOrd="0" destOrd="0" presId="urn:microsoft.com/office/officeart/2018/2/layout/IconVerticalSolidList"/>
    <dgm:cxn modelId="{C21AD38B-11F8-4F2C-8E41-2A1B5300E3D6}" type="presOf" srcId="{071C709E-2BB6-4841-B691-6A3707FF1CB5}" destId="{E6BAF120-5800-4327-9E17-10176FE755DC}" srcOrd="0" destOrd="0" presId="urn:microsoft.com/office/officeart/2018/2/layout/IconVerticalSolidList"/>
    <dgm:cxn modelId="{0A4B9399-F746-4F26-AACD-59EB61736BEF}" srcId="{CB503F78-B33A-493F-9675-B9DD3521095A}" destId="{01EBD14C-D92B-4FC6-82E2-03A4662A33AD}" srcOrd="0" destOrd="0" parTransId="{529338E9-17C7-468E-A9DF-0100756524AA}" sibTransId="{EE7C5418-5BE3-4DD1-8672-D5778DCDE0F0}"/>
    <dgm:cxn modelId="{DFD935A1-0D76-404D-97DC-1236EB0B6F71}" type="presOf" srcId="{EF6B2035-E759-460B-BDB8-2EB879F479BB}" destId="{7FBFABA9-B784-4C60-9BF8-9A725469EABF}" srcOrd="0" destOrd="2" presId="urn:microsoft.com/office/officeart/2018/2/layout/IconVerticalSolidList"/>
    <dgm:cxn modelId="{C199C1A1-A3EB-49E4-B590-D3AADB85C343}" type="presOf" srcId="{CE22A9A5-7572-4486-9144-87BF001F416E}" destId="{7FBFABA9-B784-4C60-9BF8-9A725469EABF}" srcOrd="0" destOrd="1" presId="urn:microsoft.com/office/officeart/2018/2/layout/IconVerticalSolidList"/>
    <dgm:cxn modelId="{4BBE8FC0-6784-426A-801C-7539E54E96C8}" srcId="{071C709E-2BB6-4841-B691-6A3707FF1CB5}" destId="{207F9E5B-9A3E-4844-9B65-CC7C42BA6B00}" srcOrd="0" destOrd="0" parTransId="{99A8A445-511D-49D9-825A-FB8FFAB388A0}" sibTransId="{2F2BB002-917F-49B0-A846-CAD442389ACF}"/>
    <dgm:cxn modelId="{374CFEC1-2A52-4A4D-9034-7D28070151B7}" srcId="{CB503F78-B33A-493F-9675-B9DD3521095A}" destId="{CE22A9A5-7572-4486-9144-87BF001F416E}" srcOrd="1" destOrd="0" parTransId="{4FBBD34B-ABEB-4BEB-B099-69766A3A9A66}" sibTransId="{F816C380-417A-4747-89E1-9BB00F94C7C7}"/>
    <dgm:cxn modelId="{220C4ED0-9BA6-4F43-B9B7-E08E0F26795E}" type="presOf" srcId="{7B325DD3-4E3F-44DA-BDC0-421DB90FC358}" destId="{29EA0F78-15E1-4802-92B5-5E6A3F2F6CA9}" srcOrd="0" destOrd="0" presId="urn:microsoft.com/office/officeart/2018/2/layout/IconVerticalSolidList"/>
    <dgm:cxn modelId="{8F18A8D7-1D5D-4BEC-9AAD-EABF2172B222}" srcId="{071C709E-2BB6-4841-B691-6A3707FF1CB5}" destId="{25D5AAAD-6EE7-40A3-A0EC-5BB2AE163ADF}" srcOrd="1" destOrd="0" parTransId="{D9AFB832-06D7-4A13-8ECF-1570E022C4E0}" sibTransId="{84A19C83-8479-40DB-800F-B21BDE1F6753}"/>
    <dgm:cxn modelId="{254738E5-57F1-4177-8692-8710F4E286A7}" type="presOf" srcId="{FE8600C9-1214-4559-A4F9-895C09DB6F85}" destId="{8580D008-3E6E-41AB-AB3C-B0FCF78920C6}" srcOrd="0" destOrd="2" presId="urn:microsoft.com/office/officeart/2018/2/layout/IconVerticalSolidList"/>
    <dgm:cxn modelId="{FB9B39F0-C143-45DD-9DE9-D73B94D32324}" srcId="{93B01269-B5B8-4B19-9DDB-8D73C0440AEE}" destId="{071C709E-2BB6-4841-B691-6A3707FF1CB5}" srcOrd="1" destOrd="0" parTransId="{2368FCC8-1556-4684-8650-FB7FD71B521C}" sibTransId="{6A9DA0E2-CC5C-4182-8DA4-10C628B50780}"/>
    <dgm:cxn modelId="{5EBA06F9-F77E-4BAD-9314-3237A08A641E}" srcId="{93B01269-B5B8-4B19-9DDB-8D73C0440AEE}" destId="{7B325DD3-4E3F-44DA-BDC0-421DB90FC358}" srcOrd="0" destOrd="0" parTransId="{BC42A5AA-3AD8-43A1-8E97-5CF4BA97F6CE}" sibTransId="{D0F01920-D635-4FCD-9B59-62212791CEA5}"/>
    <dgm:cxn modelId="{BCC3C8FD-4A81-4CA3-8503-A62BF2FF78DE}" type="presOf" srcId="{207F9E5B-9A3E-4844-9B65-CC7C42BA6B00}" destId="{8580D008-3E6E-41AB-AB3C-B0FCF78920C6}" srcOrd="0" destOrd="0" presId="urn:microsoft.com/office/officeart/2018/2/layout/IconVerticalSolidList"/>
    <dgm:cxn modelId="{8123BEC8-1CAC-4B92-9DD9-AA2E4A464B22}" type="presParOf" srcId="{FE69E5AA-1298-4AE9-A602-69B6ADDFA87F}" destId="{CD3F7B85-FF7F-4EB1-A8A0-18B5B60A7F5B}" srcOrd="0" destOrd="0" presId="urn:microsoft.com/office/officeart/2018/2/layout/IconVerticalSolidList"/>
    <dgm:cxn modelId="{335B9D6F-495D-4E44-BC84-67A4E813596A}" type="presParOf" srcId="{CD3F7B85-FF7F-4EB1-A8A0-18B5B60A7F5B}" destId="{608D44A9-108D-40D6-B506-73CD7452D952}" srcOrd="0" destOrd="0" presId="urn:microsoft.com/office/officeart/2018/2/layout/IconVerticalSolidList"/>
    <dgm:cxn modelId="{48AD0162-0A63-4A2D-B845-4A0B857D2A2C}" type="presParOf" srcId="{CD3F7B85-FF7F-4EB1-A8A0-18B5B60A7F5B}" destId="{25E393A7-0B5C-450B-B5D0-06F3E7526498}" srcOrd="1" destOrd="0" presId="urn:microsoft.com/office/officeart/2018/2/layout/IconVerticalSolidList"/>
    <dgm:cxn modelId="{478BCB84-374C-481E-8C5D-207EAA6CB1FF}" type="presParOf" srcId="{CD3F7B85-FF7F-4EB1-A8A0-18B5B60A7F5B}" destId="{2679AB86-A533-42C6-B4AD-5F57119BFCAE}" srcOrd="2" destOrd="0" presId="urn:microsoft.com/office/officeart/2018/2/layout/IconVerticalSolidList"/>
    <dgm:cxn modelId="{820C73FB-5A5E-4044-BDDA-FD783598BB90}" type="presParOf" srcId="{CD3F7B85-FF7F-4EB1-A8A0-18B5B60A7F5B}" destId="{29EA0F78-15E1-4802-92B5-5E6A3F2F6CA9}" srcOrd="3" destOrd="0" presId="urn:microsoft.com/office/officeart/2018/2/layout/IconVerticalSolidList"/>
    <dgm:cxn modelId="{5E515EC5-3B63-48C1-95A3-A4382A80AEB4}" type="presParOf" srcId="{FE69E5AA-1298-4AE9-A602-69B6ADDFA87F}" destId="{86C4964A-9FAE-4464-B322-D6E8531F99E2}" srcOrd="1" destOrd="0" presId="urn:microsoft.com/office/officeart/2018/2/layout/IconVerticalSolidList"/>
    <dgm:cxn modelId="{FFC56067-F74A-4B6D-93CC-CC8337A93F6F}" type="presParOf" srcId="{FE69E5AA-1298-4AE9-A602-69B6ADDFA87F}" destId="{C4574ED7-F9F1-4747-85EC-A5FC8DC465C8}" srcOrd="2" destOrd="0" presId="urn:microsoft.com/office/officeart/2018/2/layout/IconVerticalSolidList"/>
    <dgm:cxn modelId="{8DA569D4-FCA4-474B-A8D7-428A384318E7}" type="presParOf" srcId="{C4574ED7-F9F1-4747-85EC-A5FC8DC465C8}" destId="{E9916B3E-DB6B-4D18-BFA8-06DEB31CD1A6}" srcOrd="0" destOrd="0" presId="urn:microsoft.com/office/officeart/2018/2/layout/IconVerticalSolidList"/>
    <dgm:cxn modelId="{9C205E7E-8C91-4E2E-B826-11533D694CD4}" type="presParOf" srcId="{C4574ED7-F9F1-4747-85EC-A5FC8DC465C8}" destId="{EA6C7D18-BDE9-4FB3-BADA-47B80E076CB6}" srcOrd="1" destOrd="0" presId="urn:microsoft.com/office/officeart/2018/2/layout/IconVerticalSolidList"/>
    <dgm:cxn modelId="{507DD453-60C4-4D04-BE06-CDE8286BCBDF}" type="presParOf" srcId="{C4574ED7-F9F1-4747-85EC-A5FC8DC465C8}" destId="{B9CFA4C2-DFD4-492B-8E6B-61A63F40FCCA}" srcOrd="2" destOrd="0" presId="urn:microsoft.com/office/officeart/2018/2/layout/IconVerticalSolidList"/>
    <dgm:cxn modelId="{B4E1C4C8-07F5-437A-8520-7DD6987A574C}" type="presParOf" srcId="{C4574ED7-F9F1-4747-85EC-A5FC8DC465C8}" destId="{E6BAF120-5800-4327-9E17-10176FE755DC}" srcOrd="3" destOrd="0" presId="urn:microsoft.com/office/officeart/2018/2/layout/IconVerticalSolidList"/>
    <dgm:cxn modelId="{B005FFA7-7272-48EF-BCF6-9473EBE5CB14}" type="presParOf" srcId="{C4574ED7-F9F1-4747-85EC-A5FC8DC465C8}" destId="{8580D008-3E6E-41AB-AB3C-B0FCF78920C6}" srcOrd="4" destOrd="0" presId="urn:microsoft.com/office/officeart/2018/2/layout/IconVerticalSolidList"/>
    <dgm:cxn modelId="{9C301E4F-FE41-4F12-A0AE-5047598A6151}" type="presParOf" srcId="{FE69E5AA-1298-4AE9-A602-69B6ADDFA87F}" destId="{8C5DB306-2F59-4DCD-B024-E47B0E5F64E2}" srcOrd="3" destOrd="0" presId="urn:microsoft.com/office/officeart/2018/2/layout/IconVerticalSolidList"/>
    <dgm:cxn modelId="{1183CAFD-6BBC-412A-9F06-3C76F25E010D}" type="presParOf" srcId="{FE69E5AA-1298-4AE9-A602-69B6ADDFA87F}" destId="{19E6240F-C8C6-4071-BD20-D5A815A115F1}" srcOrd="4" destOrd="0" presId="urn:microsoft.com/office/officeart/2018/2/layout/IconVerticalSolidList"/>
    <dgm:cxn modelId="{D68977D4-C2EC-4167-9797-EB76F92278AA}" type="presParOf" srcId="{19E6240F-C8C6-4071-BD20-D5A815A115F1}" destId="{5A15B89D-C7A5-41E9-B77B-5FDA1210DA0E}" srcOrd="0" destOrd="0" presId="urn:microsoft.com/office/officeart/2018/2/layout/IconVerticalSolidList"/>
    <dgm:cxn modelId="{454225AB-E447-4AB3-9405-B01B97BB1948}" type="presParOf" srcId="{19E6240F-C8C6-4071-BD20-D5A815A115F1}" destId="{08077EA8-FF9A-4030-AFFA-626022081695}" srcOrd="1" destOrd="0" presId="urn:microsoft.com/office/officeart/2018/2/layout/IconVerticalSolidList"/>
    <dgm:cxn modelId="{8D608888-EA9E-4BE1-94E8-7C4851ECB0E3}" type="presParOf" srcId="{19E6240F-C8C6-4071-BD20-D5A815A115F1}" destId="{D7848651-FDD7-4862-88D7-EA67E361F230}" srcOrd="2" destOrd="0" presId="urn:microsoft.com/office/officeart/2018/2/layout/IconVerticalSolidList"/>
    <dgm:cxn modelId="{C8C1BBA6-7CA1-4C8B-9108-2AFF1C085C31}" type="presParOf" srcId="{19E6240F-C8C6-4071-BD20-D5A815A115F1}" destId="{89DCD754-1636-44B6-8968-6A57C197E8DE}" srcOrd="3" destOrd="0" presId="urn:microsoft.com/office/officeart/2018/2/layout/IconVerticalSolidList"/>
    <dgm:cxn modelId="{CEAC2D7C-F815-438A-BC18-3DBAA61BA8F0}" type="presParOf" srcId="{19E6240F-C8C6-4071-BD20-D5A815A115F1}" destId="{7FBFABA9-B784-4C60-9BF8-9A725469EABF}"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8B2E7-4857-41BA-B625-B1E8F08D0E3B}">
      <dsp:nvSpPr>
        <dsp:cNvPr id="0" name=""/>
        <dsp:cNvSpPr/>
      </dsp:nvSpPr>
      <dsp:spPr>
        <a:xfrm>
          <a:off x="0" y="640"/>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BF27F-CE7F-4770-B05B-8C892C80FB74}">
      <dsp:nvSpPr>
        <dsp:cNvPr id="0" name=""/>
        <dsp:cNvSpPr/>
      </dsp:nvSpPr>
      <dsp:spPr>
        <a:xfrm>
          <a:off x="453352" y="337845"/>
          <a:ext cx="824278" cy="8242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0D998B-8E5A-41A4-A7D7-00C32AAD5CE1}">
      <dsp:nvSpPr>
        <dsp:cNvPr id="0" name=""/>
        <dsp:cNvSpPr/>
      </dsp:nvSpPr>
      <dsp:spPr>
        <a:xfrm>
          <a:off x="1730984" y="640"/>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a:t>Create a collaborative music streaming platform.</a:t>
          </a:r>
          <a:endParaRPr lang="en-US" sz="2500" kern="1200"/>
        </a:p>
      </dsp:txBody>
      <dsp:txXfrm>
        <a:off x="1730984" y="640"/>
        <a:ext cx="4660290" cy="1498687"/>
      </dsp:txXfrm>
    </dsp:sp>
    <dsp:sp modelId="{75F420C8-6F5E-46CD-AF34-201E123026C9}">
      <dsp:nvSpPr>
        <dsp:cNvPr id="0" name=""/>
        <dsp:cNvSpPr/>
      </dsp:nvSpPr>
      <dsp:spPr>
        <a:xfrm>
          <a:off x="0" y="1873999"/>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CFBA8-0C8D-4DBD-B8CC-3E90D806E1C7}">
      <dsp:nvSpPr>
        <dsp:cNvPr id="0" name=""/>
        <dsp:cNvSpPr/>
      </dsp:nvSpPr>
      <dsp:spPr>
        <a:xfrm>
          <a:off x="453352" y="2211204"/>
          <a:ext cx="824278" cy="8242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654187-1F0E-42D6-8051-807A9085DAB3}">
      <dsp:nvSpPr>
        <dsp:cNvPr id="0" name=""/>
        <dsp:cNvSpPr/>
      </dsp:nvSpPr>
      <dsp:spPr>
        <a:xfrm>
          <a:off x="1730984" y="187399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a:t>Enable users to create and manage playlists together.</a:t>
          </a:r>
          <a:endParaRPr lang="en-US" sz="2500" kern="1200"/>
        </a:p>
      </dsp:txBody>
      <dsp:txXfrm>
        <a:off x="1730984" y="1873999"/>
        <a:ext cx="4660290" cy="1498687"/>
      </dsp:txXfrm>
    </dsp:sp>
    <dsp:sp modelId="{0CE398A5-8D87-450F-9CB6-35A93E8A0E3F}">
      <dsp:nvSpPr>
        <dsp:cNvPr id="0" name=""/>
        <dsp:cNvSpPr/>
      </dsp:nvSpPr>
      <dsp:spPr>
        <a:xfrm>
          <a:off x="0" y="3747359"/>
          <a:ext cx="6391275" cy="14986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494F54-8E1D-449B-9889-FD753AA39FD5}">
      <dsp:nvSpPr>
        <dsp:cNvPr id="0" name=""/>
        <dsp:cNvSpPr/>
      </dsp:nvSpPr>
      <dsp:spPr>
        <a:xfrm>
          <a:off x="453352" y="4084563"/>
          <a:ext cx="824278" cy="8242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090737-B2AE-4B82-856B-4E4555693074}">
      <dsp:nvSpPr>
        <dsp:cNvPr id="0" name=""/>
        <dsp:cNvSpPr/>
      </dsp:nvSpPr>
      <dsp:spPr>
        <a:xfrm>
          <a:off x="1730984" y="374735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1111250">
            <a:lnSpc>
              <a:spcPct val="90000"/>
            </a:lnSpc>
            <a:spcBef>
              <a:spcPct val="0"/>
            </a:spcBef>
            <a:spcAft>
              <a:spcPct val="35000"/>
            </a:spcAft>
            <a:buNone/>
          </a:pPr>
          <a:r>
            <a:rPr lang="en-US" sz="2500" b="0" i="0" kern="1200"/>
            <a:t>Support social features such as following and shared discovery.</a:t>
          </a:r>
          <a:endParaRPr lang="en-US" sz="2500" kern="1200"/>
        </a:p>
      </dsp:txBody>
      <dsp:txXfrm>
        <a:off x="1730984" y="3747359"/>
        <a:ext cx="4660290" cy="1498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2F30C-50A5-44EF-BDD9-A10B7B809F9A}">
      <dsp:nvSpPr>
        <dsp:cNvPr id="0" name=""/>
        <dsp:cNvSpPr/>
      </dsp:nvSpPr>
      <dsp:spPr>
        <a:xfrm>
          <a:off x="566941" y="203841"/>
          <a:ext cx="1749937" cy="17499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DF7755-A333-47D9-AF1F-DAC57541D733}">
      <dsp:nvSpPr>
        <dsp:cNvPr id="0" name=""/>
        <dsp:cNvSpPr/>
      </dsp:nvSpPr>
      <dsp:spPr>
        <a:xfrm>
          <a:off x="939879" y="576778"/>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CA2225-AC52-47A6-823D-87748A9710B0}">
      <dsp:nvSpPr>
        <dsp:cNvPr id="0" name=""/>
        <dsp:cNvSpPr/>
      </dsp:nvSpPr>
      <dsp:spPr>
        <a:xfrm>
          <a:off x="7535" y="24988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0" i="0" kern="1200"/>
            <a:t>Ensure scalable and reliable backend performance.</a:t>
          </a:r>
          <a:endParaRPr lang="en-US" sz="1700" kern="1200"/>
        </a:p>
      </dsp:txBody>
      <dsp:txXfrm>
        <a:off x="7535" y="2498841"/>
        <a:ext cx="2868750" cy="720000"/>
      </dsp:txXfrm>
    </dsp:sp>
    <dsp:sp modelId="{377ECEF3-42E2-47B6-953D-133C8F7AE7AB}">
      <dsp:nvSpPr>
        <dsp:cNvPr id="0" name=""/>
        <dsp:cNvSpPr/>
      </dsp:nvSpPr>
      <dsp:spPr>
        <a:xfrm>
          <a:off x="3937722" y="203841"/>
          <a:ext cx="1749937" cy="17499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BFECB4-6B2A-4FBD-BB41-EADE4802C040}">
      <dsp:nvSpPr>
        <dsp:cNvPr id="0" name=""/>
        <dsp:cNvSpPr/>
      </dsp:nvSpPr>
      <dsp:spPr>
        <a:xfrm>
          <a:off x="4310660" y="576778"/>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E35A57-F33F-441D-BAB5-9162482CD9FB}">
      <dsp:nvSpPr>
        <dsp:cNvPr id="0" name=""/>
        <dsp:cNvSpPr/>
      </dsp:nvSpPr>
      <dsp:spPr>
        <a:xfrm>
          <a:off x="3378316" y="24988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0" i="0" kern="1200"/>
            <a:t>Provide secure authentication and data privacy.</a:t>
          </a:r>
          <a:endParaRPr lang="en-US" sz="1700" kern="1200"/>
        </a:p>
      </dsp:txBody>
      <dsp:txXfrm>
        <a:off x="3378316" y="2498841"/>
        <a:ext cx="2868750" cy="720000"/>
      </dsp:txXfrm>
    </dsp:sp>
    <dsp:sp modelId="{CE7816BF-1B8A-4FA2-89F1-34D5E624C025}">
      <dsp:nvSpPr>
        <dsp:cNvPr id="0" name=""/>
        <dsp:cNvSpPr/>
      </dsp:nvSpPr>
      <dsp:spPr>
        <a:xfrm>
          <a:off x="7308504" y="203841"/>
          <a:ext cx="1749937" cy="17499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94813A-2C13-4F10-927C-0A6DCC7E09E8}">
      <dsp:nvSpPr>
        <dsp:cNvPr id="0" name=""/>
        <dsp:cNvSpPr/>
      </dsp:nvSpPr>
      <dsp:spPr>
        <a:xfrm>
          <a:off x="7681441" y="576778"/>
          <a:ext cx="1004062" cy="1004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0D23790-43C6-4644-AAD5-3B79B2EF801F}">
      <dsp:nvSpPr>
        <dsp:cNvPr id="0" name=""/>
        <dsp:cNvSpPr/>
      </dsp:nvSpPr>
      <dsp:spPr>
        <a:xfrm>
          <a:off x="6749097" y="2498841"/>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0" i="0" kern="1200"/>
            <a:t>Deliver an intuitive user interface for seamless collaboration.</a:t>
          </a:r>
          <a:endParaRPr lang="en-US" sz="1700" kern="1200"/>
        </a:p>
      </dsp:txBody>
      <dsp:txXfrm>
        <a:off x="6749097" y="2498841"/>
        <a:ext cx="28687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8C701-75B7-4DDB-9AA5-692B3667CDDB}">
      <dsp:nvSpPr>
        <dsp:cNvPr id="0" name=""/>
        <dsp:cNvSpPr/>
      </dsp:nvSpPr>
      <dsp:spPr>
        <a:xfrm>
          <a:off x="0" y="555148"/>
          <a:ext cx="8825659" cy="10248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8662E-AB81-43AB-9BDE-70ACBB1C0886}">
      <dsp:nvSpPr>
        <dsp:cNvPr id="0" name=""/>
        <dsp:cNvSpPr/>
      </dsp:nvSpPr>
      <dsp:spPr>
        <a:xfrm>
          <a:off x="310029" y="785748"/>
          <a:ext cx="563689" cy="5636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83A627-811F-4E06-91E2-93EE3CFE4FF3}">
      <dsp:nvSpPr>
        <dsp:cNvPr id="0" name=""/>
        <dsp:cNvSpPr/>
      </dsp:nvSpPr>
      <dsp:spPr>
        <a:xfrm>
          <a:off x="1183747" y="555148"/>
          <a:ext cx="7641911" cy="1024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68" tIns="108468" rIns="108468" bIns="108468" numCol="1" spcCol="1270" anchor="ctr" anchorCtr="0">
          <a:noAutofit/>
        </a:bodyPr>
        <a:lstStyle/>
        <a:p>
          <a:pPr marL="0" lvl="0" indent="0" algn="l" defTabSz="1111250">
            <a:lnSpc>
              <a:spcPct val="100000"/>
            </a:lnSpc>
            <a:spcBef>
              <a:spcPct val="0"/>
            </a:spcBef>
            <a:spcAft>
              <a:spcPct val="35000"/>
            </a:spcAft>
            <a:buNone/>
          </a:pPr>
          <a:r>
            <a:rPr lang="en-US" sz="2500" b="0" i="0" kern="1200"/>
            <a:t>Using the Function Point (FP) model.</a:t>
          </a:r>
          <a:endParaRPr lang="en-US" sz="2500" kern="1200"/>
        </a:p>
      </dsp:txBody>
      <dsp:txXfrm>
        <a:off x="1183747" y="555148"/>
        <a:ext cx="7641911" cy="1024890"/>
      </dsp:txXfrm>
    </dsp:sp>
    <dsp:sp modelId="{8E2AAE45-0C2B-4D87-893D-CDB868245D6C}">
      <dsp:nvSpPr>
        <dsp:cNvPr id="0" name=""/>
        <dsp:cNvSpPr/>
      </dsp:nvSpPr>
      <dsp:spPr>
        <a:xfrm>
          <a:off x="0" y="1836261"/>
          <a:ext cx="8825659" cy="10248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E87923-5E65-4289-AD19-79C3D96E8314}">
      <dsp:nvSpPr>
        <dsp:cNvPr id="0" name=""/>
        <dsp:cNvSpPr/>
      </dsp:nvSpPr>
      <dsp:spPr>
        <a:xfrm>
          <a:off x="310029" y="2066861"/>
          <a:ext cx="563689" cy="5636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2EED02-1667-4951-948B-D40A0B3AD84A}">
      <dsp:nvSpPr>
        <dsp:cNvPr id="0" name=""/>
        <dsp:cNvSpPr/>
      </dsp:nvSpPr>
      <dsp:spPr>
        <a:xfrm>
          <a:off x="1183747" y="1836261"/>
          <a:ext cx="7641911" cy="1024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68" tIns="108468" rIns="108468" bIns="108468" numCol="1" spcCol="1270" anchor="ctr" anchorCtr="0">
          <a:noAutofit/>
        </a:bodyPr>
        <a:lstStyle/>
        <a:p>
          <a:pPr marL="0" lvl="0" indent="0" algn="l" defTabSz="1111250">
            <a:lnSpc>
              <a:spcPct val="100000"/>
            </a:lnSpc>
            <a:spcBef>
              <a:spcPct val="0"/>
            </a:spcBef>
            <a:spcAft>
              <a:spcPct val="35000"/>
            </a:spcAft>
            <a:buNone/>
          </a:pPr>
          <a:r>
            <a:rPr lang="en-US" sz="2500" b="0" i="0" kern="1200"/>
            <a:t>Includes inputs, outputs, queries, data files, and external interfaces.</a:t>
          </a:r>
          <a:endParaRPr lang="en-US" sz="2500" kern="1200"/>
        </a:p>
      </dsp:txBody>
      <dsp:txXfrm>
        <a:off x="1183747" y="1836261"/>
        <a:ext cx="7641911" cy="10248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966B8-4571-4F14-BB91-B94F69BB059F}">
      <dsp:nvSpPr>
        <dsp:cNvPr id="0" name=""/>
        <dsp:cNvSpPr/>
      </dsp:nvSpPr>
      <dsp:spPr>
        <a:xfrm>
          <a:off x="0" y="417"/>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2C09F86F-1D31-41A9-ADC9-180AC1BF248D}">
      <dsp:nvSpPr>
        <dsp:cNvPr id="0" name=""/>
        <dsp:cNvSpPr/>
      </dsp:nvSpPr>
      <dsp:spPr>
        <a:xfrm>
          <a:off x="0" y="417"/>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(Average x Simple)</a:t>
          </a:r>
        </a:p>
      </dsp:txBody>
      <dsp:txXfrm>
        <a:off x="0" y="417"/>
        <a:ext cx="9625383" cy="488835"/>
      </dsp:txXfrm>
    </dsp:sp>
    <dsp:sp modelId="{43F63F33-37AF-4E01-BC83-6B1B241D64C9}">
      <dsp:nvSpPr>
        <dsp:cNvPr id="0" name=""/>
        <dsp:cNvSpPr/>
      </dsp:nvSpPr>
      <dsp:spPr>
        <a:xfrm>
          <a:off x="0" y="489253"/>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FAC62961-39A3-4E6F-8E3B-1AD861F4B4FD}">
      <dsp:nvSpPr>
        <dsp:cNvPr id="0" name=""/>
        <dsp:cNvSpPr/>
      </dsp:nvSpPr>
      <dsp:spPr>
        <a:xfrm>
          <a:off x="0" y="489253"/>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Inputs: 9 × 4 = 36</a:t>
          </a:r>
          <a:endParaRPr lang="en-US" sz="2200" kern="1200" dirty="0"/>
        </a:p>
      </dsp:txBody>
      <dsp:txXfrm>
        <a:off x="0" y="489253"/>
        <a:ext cx="9625383" cy="488835"/>
      </dsp:txXfrm>
    </dsp:sp>
    <dsp:sp modelId="{A8852FF8-0D43-476A-B882-853044645930}">
      <dsp:nvSpPr>
        <dsp:cNvPr id="0" name=""/>
        <dsp:cNvSpPr/>
      </dsp:nvSpPr>
      <dsp:spPr>
        <a:xfrm>
          <a:off x="0" y="978088"/>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A909C58F-08EF-4B6C-A983-403654239235}">
      <dsp:nvSpPr>
        <dsp:cNvPr id="0" name=""/>
        <dsp:cNvSpPr/>
      </dsp:nvSpPr>
      <dsp:spPr>
        <a:xfrm>
          <a:off x="0" y="978088"/>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Outputs: 7 × 5 = 35</a:t>
          </a:r>
          <a:endParaRPr lang="en-US" sz="2200" kern="1200" dirty="0"/>
        </a:p>
      </dsp:txBody>
      <dsp:txXfrm>
        <a:off x="0" y="978088"/>
        <a:ext cx="9625383" cy="488835"/>
      </dsp:txXfrm>
    </dsp:sp>
    <dsp:sp modelId="{773741FF-358B-4428-9283-55B13E2BA26C}">
      <dsp:nvSpPr>
        <dsp:cNvPr id="0" name=""/>
        <dsp:cNvSpPr/>
      </dsp:nvSpPr>
      <dsp:spPr>
        <a:xfrm>
          <a:off x="0" y="1466923"/>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FC5ABD04-7B60-4E49-8FDA-23CEA6A2A6BC}">
      <dsp:nvSpPr>
        <dsp:cNvPr id="0" name=""/>
        <dsp:cNvSpPr/>
      </dsp:nvSpPr>
      <dsp:spPr>
        <a:xfrm>
          <a:off x="0" y="1466923"/>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Queries: 5 </a:t>
          </a:r>
          <a:r>
            <a:rPr lang="en-US" sz="2200" b="0" i="0" kern="1200"/>
            <a:t>× 4 </a:t>
          </a:r>
          <a:r>
            <a:rPr lang="en-US" sz="2200" b="0" i="0" kern="1200" dirty="0"/>
            <a:t>= 20</a:t>
          </a:r>
          <a:endParaRPr lang="en-US" sz="2200" kern="1200" dirty="0"/>
        </a:p>
      </dsp:txBody>
      <dsp:txXfrm>
        <a:off x="0" y="1466923"/>
        <a:ext cx="9625383" cy="488835"/>
      </dsp:txXfrm>
    </dsp:sp>
    <dsp:sp modelId="{CBE249BC-3048-4425-88CF-AA1C12F8036D}">
      <dsp:nvSpPr>
        <dsp:cNvPr id="0" name=""/>
        <dsp:cNvSpPr/>
      </dsp:nvSpPr>
      <dsp:spPr>
        <a:xfrm>
          <a:off x="0" y="1955759"/>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59F58CC1-856C-4CEC-81C2-5E00B87E9147}">
      <dsp:nvSpPr>
        <dsp:cNvPr id="0" name=""/>
        <dsp:cNvSpPr/>
      </dsp:nvSpPr>
      <dsp:spPr>
        <a:xfrm>
          <a:off x="0" y="1955759"/>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Data Files: 5 </a:t>
          </a:r>
          <a:r>
            <a:rPr lang="en-US" sz="2200" b="0" i="0" kern="1200"/>
            <a:t>× 10 </a:t>
          </a:r>
          <a:r>
            <a:rPr lang="en-US" sz="2200" b="0" i="0" kern="1200" dirty="0"/>
            <a:t>= 50</a:t>
          </a:r>
          <a:endParaRPr lang="en-US" sz="2200" kern="1200" dirty="0"/>
        </a:p>
      </dsp:txBody>
      <dsp:txXfrm>
        <a:off x="0" y="1955759"/>
        <a:ext cx="9625383" cy="488835"/>
      </dsp:txXfrm>
    </dsp:sp>
    <dsp:sp modelId="{73CC2DCF-1263-4571-8CC0-D51CF3F05D83}">
      <dsp:nvSpPr>
        <dsp:cNvPr id="0" name=""/>
        <dsp:cNvSpPr/>
      </dsp:nvSpPr>
      <dsp:spPr>
        <a:xfrm>
          <a:off x="0" y="2444594"/>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A16AD387-640F-496C-B691-BA3218B90A01}">
      <dsp:nvSpPr>
        <dsp:cNvPr id="0" name=""/>
        <dsp:cNvSpPr/>
      </dsp:nvSpPr>
      <dsp:spPr>
        <a:xfrm>
          <a:off x="0" y="2444594"/>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External Interfaces: 2 × 7 = 14</a:t>
          </a:r>
          <a:endParaRPr lang="en-US" sz="2200" kern="1200" dirty="0"/>
        </a:p>
      </dsp:txBody>
      <dsp:txXfrm>
        <a:off x="0" y="2444594"/>
        <a:ext cx="9625383" cy="488835"/>
      </dsp:txXfrm>
    </dsp:sp>
    <dsp:sp modelId="{B5ED8447-B62F-4595-BDB8-9F594914CEDD}">
      <dsp:nvSpPr>
        <dsp:cNvPr id="0" name=""/>
        <dsp:cNvSpPr/>
      </dsp:nvSpPr>
      <dsp:spPr>
        <a:xfrm>
          <a:off x="0" y="2933429"/>
          <a:ext cx="9625383"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B56665C8-8725-4793-9016-06A1E75163CA}">
      <dsp:nvSpPr>
        <dsp:cNvPr id="0" name=""/>
        <dsp:cNvSpPr/>
      </dsp:nvSpPr>
      <dsp:spPr>
        <a:xfrm>
          <a:off x="0" y="2933429"/>
          <a:ext cx="9625383" cy="48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Total GFP = 155</a:t>
          </a:r>
          <a:endParaRPr lang="en-US" sz="2200" kern="1200" dirty="0"/>
        </a:p>
      </dsp:txBody>
      <dsp:txXfrm>
        <a:off x="0" y="2933429"/>
        <a:ext cx="9625383" cy="4888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F74BF-5784-4224-976A-4B392D8BD791}">
      <dsp:nvSpPr>
        <dsp:cNvPr id="0" name=""/>
        <dsp:cNvSpPr/>
      </dsp:nvSpPr>
      <dsp:spPr>
        <a:xfrm>
          <a:off x="0" y="540837"/>
          <a:ext cx="2707138" cy="171903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C3B039-38C4-44C5-938C-E57343B98D40}">
      <dsp:nvSpPr>
        <dsp:cNvPr id="0" name=""/>
        <dsp:cNvSpPr/>
      </dsp:nvSpPr>
      <dsp:spPr>
        <a:xfrm>
          <a:off x="300793" y="826590"/>
          <a:ext cx="2707138" cy="171903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Processing Complexity Score (PC) = 30</a:t>
          </a:r>
          <a:endParaRPr lang="en-US" sz="2500" kern="1200"/>
        </a:p>
      </dsp:txBody>
      <dsp:txXfrm>
        <a:off x="351142" y="876939"/>
        <a:ext cx="2606440" cy="1618335"/>
      </dsp:txXfrm>
    </dsp:sp>
    <dsp:sp modelId="{1C51221B-23FA-4E1E-85EF-FE261DBF6012}">
      <dsp:nvSpPr>
        <dsp:cNvPr id="0" name=""/>
        <dsp:cNvSpPr/>
      </dsp:nvSpPr>
      <dsp:spPr>
        <a:xfrm>
          <a:off x="3308725" y="540837"/>
          <a:ext cx="2707138" cy="171903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790487-83BB-4228-9103-21261F2CCD3E}">
      <dsp:nvSpPr>
        <dsp:cNvPr id="0" name=""/>
        <dsp:cNvSpPr/>
      </dsp:nvSpPr>
      <dsp:spPr>
        <a:xfrm>
          <a:off x="3609518" y="826590"/>
          <a:ext cx="2707138" cy="171903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PCA = 0.65 + 0.01 × PC</a:t>
          </a:r>
          <a:endParaRPr lang="en-US" sz="2500" kern="1200"/>
        </a:p>
      </dsp:txBody>
      <dsp:txXfrm>
        <a:off x="3659867" y="876939"/>
        <a:ext cx="2606440" cy="1618335"/>
      </dsp:txXfrm>
    </dsp:sp>
    <dsp:sp modelId="{A37D64E3-BE0B-4D46-A532-8DB74664613B}">
      <dsp:nvSpPr>
        <dsp:cNvPr id="0" name=""/>
        <dsp:cNvSpPr/>
      </dsp:nvSpPr>
      <dsp:spPr>
        <a:xfrm>
          <a:off x="6617450" y="540837"/>
          <a:ext cx="2707138" cy="171903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E73BAD-EB7A-436A-97AA-AFBA9805C1D6}">
      <dsp:nvSpPr>
        <dsp:cNvPr id="0" name=""/>
        <dsp:cNvSpPr/>
      </dsp:nvSpPr>
      <dsp:spPr>
        <a:xfrm>
          <a:off x="6918244" y="826590"/>
          <a:ext cx="2707138" cy="171903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kern="1200"/>
            <a:t>PCA = 0.95</a:t>
          </a:r>
          <a:endParaRPr lang="en-US" sz="2500" kern="1200"/>
        </a:p>
      </dsp:txBody>
      <dsp:txXfrm>
        <a:off x="6968593" y="876939"/>
        <a:ext cx="2606440" cy="16183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A7FC7-B2A2-464B-B8A6-3EEDFFF1BC90}">
      <dsp:nvSpPr>
        <dsp:cNvPr id="0" name=""/>
        <dsp:cNvSpPr/>
      </dsp:nvSpPr>
      <dsp:spPr>
        <a:xfrm>
          <a:off x="0" y="37277"/>
          <a:ext cx="8825659" cy="103135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FP = GFP × PCA</a:t>
          </a:r>
          <a:endParaRPr lang="en-US" sz="4300" kern="1200"/>
        </a:p>
      </dsp:txBody>
      <dsp:txXfrm>
        <a:off x="50347" y="87624"/>
        <a:ext cx="8724965" cy="930660"/>
      </dsp:txXfrm>
    </dsp:sp>
    <dsp:sp modelId="{43B13FDA-0888-42CD-A5CA-FD394E0C8B56}">
      <dsp:nvSpPr>
        <dsp:cNvPr id="0" name=""/>
        <dsp:cNvSpPr/>
      </dsp:nvSpPr>
      <dsp:spPr>
        <a:xfrm>
          <a:off x="0" y="1192472"/>
          <a:ext cx="8825659" cy="103135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FP = 155 × 0.95</a:t>
          </a:r>
          <a:endParaRPr lang="en-US" sz="4300" kern="1200"/>
        </a:p>
      </dsp:txBody>
      <dsp:txXfrm>
        <a:off x="50347" y="1242819"/>
        <a:ext cx="8724965" cy="930660"/>
      </dsp:txXfrm>
    </dsp:sp>
    <dsp:sp modelId="{76F2F520-9A8D-4A49-BEDA-C1BCB3D545D7}">
      <dsp:nvSpPr>
        <dsp:cNvPr id="0" name=""/>
        <dsp:cNvSpPr/>
      </dsp:nvSpPr>
      <dsp:spPr>
        <a:xfrm>
          <a:off x="0" y="2347667"/>
          <a:ext cx="8825659" cy="103135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Final FP ≈ 147</a:t>
          </a:r>
          <a:endParaRPr lang="en-US" sz="4300" kern="1200"/>
        </a:p>
      </dsp:txBody>
      <dsp:txXfrm>
        <a:off x="50347" y="2398014"/>
        <a:ext cx="8724965" cy="9306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9EED3-4D69-48DF-A261-AC5C90C3976C}">
      <dsp:nvSpPr>
        <dsp:cNvPr id="0" name=""/>
        <dsp:cNvSpPr/>
      </dsp:nvSpPr>
      <dsp:spPr>
        <a:xfrm>
          <a:off x="0" y="0"/>
          <a:ext cx="9625383"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11DB45-8EC9-44E9-8E51-8C94E89FDBD5}">
      <dsp:nvSpPr>
        <dsp:cNvPr id="0" name=""/>
        <dsp:cNvSpPr/>
      </dsp:nvSpPr>
      <dsp:spPr>
        <a:xfrm>
          <a:off x="0" y="0"/>
          <a:ext cx="9625383" cy="771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a:t>Productivity: 10 FP per person-month</a:t>
          </a:r>
          <a:endParaRPr lang="en-US" sz="3500" kern="1200"/>
        </a:p>
      </dsp:txBody>
      <dsp:txXfrm>
        <a:off x="0" y="0"/>
        <a:ext cx="9625383" cy="771615"/>
      </dsp:txXfrm>
    </dsp:sp>
    <dsp:sp modelId="{EAE6503F-C344-48CE-ADB6-7EC8077139B4}">
      <dsp:nvSpPr>
        <dsp:cNvPr id="0" name=""/>
        <dsp:cNvSpPr/>
      </dsp:nvSpPr>
      <dsp:spPr>
        <a:xfrm>
          <a:off x="0" y="771615"/>
          <a:ext cx="9625383"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A0FC02-A04A-4372-846B-1FECFD1663DA}">
      <dsp:nvSpPr>
        <dsp:cNvPr id="0" name=""/>
        <dsp:cNvSpPr/>
      </dsp:nvSpPr>
      <dsp:spPr>
        <a:xfrm>
          <a:off x="0" y="771615"/>
          <a:ext cx="9625383" cy="771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a:t>Effort ≈ 147 / 10 = 15 person-months</a:t>
          </a:r>
          <a:endParaRPr lang="en-US" sz="3500" kern="1200"/>
        </a:p>
      </dsp:txBody>
      <dsp:txXfrm>
        <a:off x="0" y="771615"/>
        <a:ext cx="9625383" cy="771615"/>
      </dsp:txXfrm>
    </dsp:sp>
    <dsp:sp modelId="{0C8F4C71-D6B3-4A21-A4C1-4537DF6ABC3F}">
      <dsp:nvSpPr>
        <dsp:cNvPr id="0" name=""/>
        <dsp:cNvSpPr/>
      </dsp:nvSpPr>
      <dsp:spPr>
        <a:xfrm>
          <a:off x="0" y="1543230"/>
          <a:ext cx="9625383"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B5EB4-1A1C-4111-AC37-5AE843A7FFD1}">
      <dsp:nvSpPr>
        <dsp:cNvPr id="0" name=""/>
        <dsp:cNvSpPr/>
      </dsp:nvSpPr>
      <dsp:spPr>
        <a:xfrm>
          <a:off x="0" y="1543230"/>
          <a:ext cx="9625383" cy="771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dirty="0"/>
            <a:t>Team size: 4 developers → ~4 months</a:t>
          </a:r>
          <a:endParaRPr lang="en-US" sz="3500" kern="1200" dirty="0"/>
        </a:p>
      </dsp:txBody>
      <dsp:txXfrm>
        <a:off x="0" y="1543230"/>
        <a:ext cx="9625383" cy="771615"/>
      </dsp:txXfrm>
    </dsp:sp>
    <dsp:sp modelId="{3EC297E4-985B-4365-AF31-96FF7F1532BA}">
      <dsp:nvSpPr>
        <dsp:cNvPr id="0" name=""/>
        <dsp:cNvSpPr/>
      </dsp:nvSpPr>
      <dsp:spPr>
        <a:xfrm>
          <a:off x="0" y="2314845"/>
          <a:ext cx="9625383"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26838B-CAF5-4B66-A0BE-9AABCFC17B24}">
      <dsp:nvSpPr>
        <dsp:cNvPr id="0" name=""/>
        <dsp:cNvSpPr/>
      </dsp:nvSpPr>
      <dsp:spPr>
        <a:xfrm>
          <a:off x="0" y="2314845"/>
          <a:ext cx="9625383" cy="771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dirty="0"/>
            <a:t>Estimated labor cost ≈ $108,000</a:t>
          </a:r>
          <a:endParaRPr lang="en-US" sz="3500" kern="1200" dirty="0"/>
        </a:p>
      </dsp:txBody>
      <dsp:txXfrm>
        <a:off x="0" y="2314845"/>
        <a:ext cx="9625383" cy="7716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9A09F-86BD-43B6-BD28-7ECE18AB02BC}">
      <dsp:nvSpPr>
        <dsp:cNvPr id="0" name=""/>
        <dsp:cNvSpPr/>
      </dsp:nvSpPr>
      <dsp:spPr>
        <a:xfrm>
          <a:off x="467378" y="867508"/>
          <a:ext cx="759375" cy="759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945A6B-45C5-409D-BC4F-ABFE71D22486}">
      <dsp:nvSpPr>
        <dsp:cNvPr id="0" name=""/>
        <dsp:cNvSpPr/>
      </dsp:nvSpPr>
      <dsp:spPr>
        <a:xfrm>
          <a:off x="3316" y="1880174"/>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a:t>Cloud server: $720</a:t>
          </a:r>
          <a:endParaRPr lang="en-US" sz="1400" kern="1200"/>
        </a:p>
      </dsp:txBody>
      <dsp:txXfrm>
        <a:off x="3316" y="1880174"/>
        <a:ext cx="1687500" cy="675000"/>
      </dsp:txXfrm>
    </dsp:sp>
    <dsp:sp modelId="{5607BA10-F2D1-46F2-83C0-AE68F8DACF79}">
      <dsp:nvSpPr>
        <dsp:cNvPr id="0" name=""/>
        <dsp:cNvSpPr/>
      </dsp:nvSpPr>
      <dsp:spPr>
        <a:xfrm>
          <a:off x="2450191" y="867508"/>
          <a:ext cx="759375" cy="759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14F2CBC-D285-4591-BC04-5BF429E27E33}">
      <dsp:nvSpPr>
        <dsp:cNvPr id="0" name=""/>
        <dsp:cNvSpPr/>
      </dsp:nvSpPr>
      <dsp:spPr>
        <a:xfrm>
          <a:off x="1986128" y="1880174"/>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a:t>Cloud storage: $300</a:t>
          </a:r>
          <a:endParaRPr lang="en-US" sz="1400" kern="1200"/>
        </a:p>
      </dsp:txBody>
      <dsp:txXfrm>
        <a:off x="1986128" y="1880174"/>
        <a:ext cx="1687500" cy="675000"/>
      </dsp:txXfrm>
    </dsp:sp>
    <dsp:sp modelId="{1BB6BA10-36ED-44DE-BD6C-781D4535F747}">
      <dsp:nvSpPr>
        <dsp:cNvPr id="0" name=""/>
        <dsp:cNvSpPr/>
      </dsp:nvSpPr>
      <dsp:spPr>
        <a:xfrm>
          <a:off x="4433004" y="867508"/>
          <a:ext cx="759375" cy="759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B4C2360-37E6-47F7-AD36-D14F4948AC3D}">
      <dsp:nvSpPr>
        <dsp:cNvPr id="0" name=""/>
        <dsp:cNvSpPr/>
      </dsp:nvSpPr>
      <dsp:spPr>
        <a:xfrm>
          <a:off x="3968941" y="1880174"/>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a:t>Load balancer/traffic: $450</a:t>
          </a:r>
          <a:endParaRPr lang="en-US" sz="1400" kern="1200"/>
        </a:p>
      </dsp:txBody>
      <dsp:txXfrm>
        <a:off x="3968941" y="1880174"/>
        <a:ext cx="1687500" cy="675000"/>
      </dsp:txXfrm>
    </dsp:sp>
    <dsp:sp modelId="{03F54093-D2B4-4E03-90DF-6094010409F0}">
      <dsp:nvSpPr>
        <dsp:cNvPr id="0" name=""/>
        <dsp:cNvSpPr/>
      </dsp:nvSpPr>
      <dsp:spPr>
        <a:xfrm>
          <a:off x="6415816" y="867508"/>
          <a:ext cx="759375" cy="7593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6759984-4265-44BC-83AA-A524F34532B4}">
      <dsp:nvSpPr>
        <dsp:cNvPr id="0" name=""/>
        <dsp:cNvSpPr/>
      </dsp:nvSpPr>
      <dsp:spPr>
        <a:xfrm>
          <a:off x="5951754" y="1880174"/>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a:t>Backup systems: $180</a:t>
          </a:r>
          <a:endParaRPr lang="en-US" sz="1400" kern="1200"/>
        </a:p>
      </dsp:txBody>
      <dsp:txXfrm>
        <a:off x="5951754" y="1880174"/>
        <a:ext cx="1687500" cy="675000"/>
      </dsp:txXfrm>
    </dsp:sp>
    <dsp:sp modelId="{2F01D948-E008-4B04-B324-040341CCF946}">
      <dsp:nvSpPr>
        <dsp:cNvPr id="0" name=""/>
        <dsp:cNvSpPr/>
      </dsp:nvSpPr>
      <dsp:spPr>
        <a:xfrm>
          <a:off x="8398629" y="867508"/>
          <a:ext cx="759375" cy="75937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EA7806-F982-4D27-9128-13534638E11B}">
      <dsp:nvSpPr>
        <dsp:cNvPr id="0" name=""/>
        <dsp:cNvSpPr/>
      </dsp:nvSpPr>
      <dsp:spPr>
        <a:xfrm>
          <a:off x="7934566" y="1880174"/>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0" i="0" kern="1200"/>
            <a:t>Total: $1,650</a:t>
          </a:r>
          <a:endParaRPr lang="en-US" sz="1400" kern="1200"/>
        </a:p>
      </dsp:txBody>
      <dsp:txXfrm>
        <a:off x="7934566" y="1880174"/>
        <a:ext cx="1687500" cy="675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040A6-4757-42A8-B5EC-7C5E78864106}">
      <dsp:nvSpPr>
        <dsp:cNvPr id="0" name=""/>
        <dsp:cNvSpPr/>
      </dsp:nvSpPr>
      <dsp:spPr>
        <a:xfrm>
          <a:off x="0" y="0"/>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D016D870-A3B1-4D9B-8E96-0BADBA149D34}">
      <dsp:nvSpPr>
        <dsp:cNvPr id="0" name=""/>
        <dsp:cNvSpPr/>
      </dsp:nvSpPr>
      <dsp:spPr>
        <a:xfrm>
          <a:off x="0" y="0"/>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Auth0: $264</a:t>
          </a:r>
          <a:endParaRPr lang="en-US" sz="1900" kern="1200"/>
        </a:p>
      </dsp:txBody>
      <dsp:txXfrm>
        <a:off x="0" y="0"/>
        <a:ext cx="9625383" cy="427835"/>
      </dsp:txXfrm>
    </dsp:sp>
    <dsp:sp modelId="{22C8E1A3-1FAE-426F-AFA1-212087756125}">
      <dsp:nvSpPr>
        <dsp:cNvPr id="0" name=""/>
        <dsp:cNvSpPr/>
      </dsp:nvSpPr>
      <dsp:spPr>
        <a:xfrm>
          <a:off x="0" y="427835"/>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49EE5EB2-FD2E-44E4-A704-EFF5FF3DECDD}">
      <dsp:nvSpPr>
        <dsp:cNvPr id="0" name=""/>
        <dsp:cNvSpPr/>
      </dsp:nvSpPr>
      <dsp:spPr>
        <a:xfrm>
          <a:off x="0" y="427835"/>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MongoDB Atlas: $420</a:t>
          </a:r>
          <a:endParaRPr lang="en-US" sz="1900" kern="1200"/>
        </a:p>
      </dsp:txBody>
      <dsp:txXfrm>
        <a:off x="0" y="427835"/>
        <a:ext cx="9625383" cy="427835"/>
      </dsp:txXfrm>
    </dsp:sp>
    <dsp:sp modelId="{60AAD45B-CACD-4D4A-98BC-79713B2CEE42}">
      <dsp:nvSpPr>
        <dsp:cNvPr id="0" name=""/>
        <dsp:cNvSpPr/>
      </dsp:nvSpPr>
      <dsp:spPr>
        <a:xfrm>
          <a:off x="0" y="855670"/>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242A45DA-D3DE-459E-95DE-C703E85755A2}">
      <dsp:nvSpPr>
        <dsp:cNvPr id="0" name=""/>
        <dsp:cNvSpPr/>
      </dsp:nvSpPr>
      <dsp:spPr>
        <a:xfrm>
          <a:off x="0" y="855670"/>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Monitoring: $180</a:t>
          </a:r>
          <a:endParaRPr lang="en-US" sz="1900" kern="1200"/>
        </a:p>
      </dsp:txBody>
      <dsp:txXfrm>
        <a:off x="0" y="855670"/>
        <a:ext cx="9625383" cy="427835"/>
      </dsp:txXfrm>
    </dsp:sp>
    <dsp:sp modelId="{CBCBC58E-A27F-46B0-8D72-6983EDFFA278}">
      <dsp:nvSpPr>
        <dsp:cNvPr id="0" name=""/>
        <dsp:cNvSpPr/>
      </dsp:nvSpPr>
      <dsp:spPr>
        <a:xfrm>
          <a:off x="0" y="1283506"/>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46474F7D-83A1-4EF1-BDFE-DB0DAE1AA8BE}">
      <dsp:nvSpPr>
        <dsp:cNvPr id="0" name=""/>
        <dsp:cNvSpPr/>
      </dsp:nvSpPr>
      <dsp:spPr>
        <a:xfrm>
          <a:off x="0" y="1283506"/>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t>CI/CD (Building code/ Deployment) tools: $48</a:t>
          </a:r>
          <a:endParaRPr lang="en-US" sz="1900" kern="1200" dirty="0"/>
        </a:p>
      </dsp:txBody>
      <dsp:txXfrm>
        <a:off x="0" y="1283506"/>
        <a:ext cx="9625383" cy="427835"/>
      </dsp:txXfrm>
    </dsp:sp>
    <dsp:sp modelId="{201D33A5-FDB9-41E3-9708-88276FE2AF1D}">
      <dsp:nvSpPr>
        <dsp:cNvPr id="0" name=""/>
        <dsp:cNvSpPr/>
      </dsp:nvSpPr>
      <dsp:spPr>
        <a:xfrm>
          <a:off x="0" y="1711341"/>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75D44B05-FD66-4AFA-B9A1-56DCC5D4E6FF}">
      <dsp:nvSpPr>
        <dsp:cNvPr id="0" name=""/>
        <dsp:cNvSpPr/>
      </dsp:nvSpPr>
      <dsp:spPr>
        <a:xfrm>
          <a:off x="0" y="1711341"/>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Music licensing (prototype): $8,000</a:t>
          </a:r>
          <a:endParaRPr lang="en-US" sz="1900" kern="1200"/>
        </a:p>
      </dsp:txBody>
      <dsp:txXfrm>
        <a:off x="0" y="1711341"/>
        <a:ext cx="9625383" cy="427835"/>
      </dsp:txXfrm>
    </dsp:sp>
    <dsp:sp modelId="{E5324029-BA2F-427D-81AE-549DEB794CE8}">
      <dsp:nvSpPr>
        <dsp:cNvPr id="0" name=""/>
        <dsp:cNvSpPr/>
      </dsp:nvSpPr>
      <dsp:spPr>
        <a:xfrm>
          <a:off x="0" y="2139176"/>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0822AC65-B3AD-4E01-8BE0-BF965F79F2D4}">
      <dsp:nvSpPr>
        <dsp:cNvPr id="0" name=""/>
        <dsp:cNvSpPr/>
      </dsp:nvSpPr>
      <dsp:spPr>
        <a:xfrm>
          <a:off x="0" y="2139176"/>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Admin/rights fees: $2,000</a:t>
          </a:r>
          <a:endParaRPr lang="en-US" sz="1900" kern="1200"/>
        </a:p>
      </dsp:txBody>
      <dsp:txXfrm>
        <a:off x="0" y="2139176"/>
        <a:ext cx="9625383" cy="427835"/>
      </dsp:txXfrm>
    </dsp:sp>
    <dsp:sp modelId="{499F66A3-ACF9-43E6-B9DD-C205E7A381C2}">
      <dsp:nvSpPr>
        <dsp:cNvPr id="0" name=""/>
        <dsp:cNvSpPr/>
      </dsp:nvSpPr>
      <dsp:spPr>
        <a:xfrm>
          <a:off x="0" y="2567012"/>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DC497A8A-8B7E-4AA3-8268-9263AB538281}">
      <dsp:nvSpPr>
        <dsp:cNvPr id="0" name=""/>
        <dsp:cNvSpPr/>
      </dsp:nvSpPr>
      <dsp:spPr>
        <a:xfrm>
          <a:off x="0" y="2567012"/>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Sample streaming license: $1,500</a:t>
          </a:r>
          <a:endParaRPr lang="en-US" sz="1900" kern="1200"/>
        </a:p>
      </dsp:txBody>
      <dsp:txXfrm>
        <a:off x="0" y="2567012"/>
        <a:ext cx="9625383" cy="427835"/>
      </dsp:txXfrm>
    </dsp:sp>
    <dsp:sp modelId="{B66F8148-FBF6-466E-AB53-A542BCD0A992}">
      <dsp:nvSpPr>
        <dsp:cNvPr id="0" name=""/>
        <dsp:cNvSpPr/>
      </dsp:nvSpPr>
      <dsp:spPr>
        <a:xfrm>
          <a:off x="0" y="2994847"/>
          <a:ext cx="9625383" cy="0"/>
        </a:xfrm>
        <a:prstGeom prst="line">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w="9525" cap="rnd" cmpd="sng" algn="ctr">
          <a:solidFill>
            <a:schemeClr val="accent5">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F23FD87D-B18F-4411-AFB0-17C436E873CB}">
      <dsp:nvSpPr>
        <dsp:cNvPr id="0" name=""/>
        <dsp:cNvSpPr/>
      </dsp:nvSpPr>
      <dsp:spPr>
        <a:xfrm>
          <a:off x="0" y="2994847"/>
          <a:ext cx="9625383" cy="4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a:t>Total: $12,412</a:t>
          </a:r>
          <a:endParaRPr lang="en-US" sz="1900" kern="1200"/>
        </a:p>
      </dsp:txBody>
      <dsp:txXfrm>
        <a:off x="0" y="2994847"/>
        <a:ext cx="9625383" cy="4278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A2D2F-9B44-4721-8F8D-6AEE717EB275}">
      <dsp:nvSpPr>
        <dsp:cNvPr id="0" name=""/>
        <dsp:cNvSpPr/>
      </dsp:nvSpPr>
      <dsp:spPr>
        <a:xfrm>
          <a:off x="0" y="272241"/>
          <a:ext cx="9625383" cy="3780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7FE4C3-B857-4336-A76B-6C588563A985}">
      <dsp:nvSpPr>
        <dsp:cNvPr id="0" name=""/>
        <dsp:cNvSpPr/>
      </dsp:nvSpPr>
      <dsp:spPr>
        <a:xfrm>
          <a:off x="481269" y="50841"/>
          <a:ext cx="6737768" cy="442800"/>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672" tIns="0" rIns="254672" bIns="0" numCol="1" spcCol="1270" anchor="ctr" anchorCtr="0">
          <a:noAutofit/>
        </a:bodyPr>
        <a:lstStyle/>
        <a:p>
          <a:pPr marL="0" lvl="0" indent="0" algn="l" defTabSz="666750">
            <a:lnSpc>
              <a:spcPct val="90000"/>
            </a:lnSpc>
            <a:spcBef>
              <a:spcPct val="0"/>
            </a:spcBef>
            <a:spcAft>
              <a:spcPct val="35000"/>
            </a:spcAft>
            <a:buNone/>
          </a:pPr>
          <a:r>
            <a:rPr lang="en-US" sz="1500" b="0" i="0" kern="1200"/>
            <a:t>Hardware: $1,650</a:t>
          </a:r>
          <a:endParaRPr lang="en-US" sz="1500" kern="1200"/>
        </a:p>
      </dsp:txBody>
      <dsp:txXfrm>
        <a:off x="502885" y="72457"/>
        <a:ext cx="6694536" cy="399568"/>
      </dsp:txXfrm>
    </dsp:sp>
    <dsp:sp modelId="{85441F7C-8E38-4691-A9E2-D6A09C73C14C}">
      <dsp:nvSpPr>
        <dsp:cNvPr id="0" name=""/>
        <dsp:cNvSpPr/>
      </dsp:nvSpPr>
      <dsp:spPr>
        <a:xfrm>
          <a:off x="0" y="952641"/>
          <a:ext cx="9625383" cy="3780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D961B4B-A233-405A-926D-B07E1AA4EF95}">
      <dsp:nvSpPr>
        <dsp:cNvPr id="0" name=""/>
        <dsp:cNvSpPr/>
      </dsp:nvSpPr>
      <dsp:spPr>
        <a:xfrm>
          <a:off x="481269" y="731241"/>
          <a:ext cx="6737768" cy="442800"/>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672" tIns="0" rIns="254672" bIns="0" numCol="1" spcCol="1270" anchor="ctr" anchorCtr="0">
          <a:noAutofit/>
        </a:bodyPr>
        <a:lstStyle/>
        <a:p>
          <a:pPr marL="0" lvl="0" indent="0" algn="l" defTabSz="666750">
            <a:lnSpc>
              <a:spcPct val="90000"/>
            </a:lnSpc>
            <a:spcBef>
              <a:spcPct val="0"/>
            </a:spcBef>
            <a:spcAft>
              <a:spcPct val="35000"/>
            </a:spcAft>
            <a:buNone/>
          </a:pPr>
          <a:r>
            <a:rPr lang="en-US" sz="1500" b="0" i="0" kern="1200"/>
            <a:t>Software &amp; licensing: $12,412</a:t>
          </a:r>
          <a:endParaRPr lang="en-US" sz="1500" kern="1200"/>
        </a:p>
      </dsp:txBody>
      <dsp:txXfrm>
        <a:off x="502885" y="752857"/>
        <a:ext cx="6694536" cy="399568"/>
      </dsp:txXfrm>
    </dsp:sp>
    <dsp:sp modelId="{9098FFC3-9714-4017-980A-33DC80E94C45}">
      <dsp:nvSpPr>
        <dsp:cNvPr id="0" name=""/>
        <dsp:cNvSpPr/>
      </dsp:nvSpPr>
      <dsp:spPr>
        <a:xfrm>
          <a:off x="0" y="1633041"/>
          <a:ext cx="9625383" cy="3780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8C21283-BF40-4BC1-A2BC-D3297F1BD8F3}">
      <dsp:nvSpPr>
        <dsp:cNvPr id="0" name=""/>
        <dsp:cNvSpPr/>
      </dsp:nvSpPr>
      <dsp:spPr>
        <a:xfrm>
          <a:off x="481269" y="1411641"/>
          <a:ext cx="6737768" cy="442800"/>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672" tIns="0" rIns="254672" bIns="0" numCol="1" spcCol="1270" anchor="ctr" anchorCtr="0">
          <a:noAutofit/>
        </a:bodyPr>
        <a:lstStyle/>
        <a:p>
          <a:pPr marL="0" lvl="0" indent="0" algn="l" defTabSz="666750">
            <a:lnSpc>
              <a:spcPct val="90000"/>
            </a:lnSpc>
            <a:spcBef>
              <a:spcPct val="0"/>
            </a:spcBef>
            <a:spcAft>
              <a:spcPct val="35000"/>
            </a:spcAft>
            <a:buNone/>
          </a:pPr>
          <a:r>
            <a:rPr lang="en-US" sz="1500" b="0" i="0" kern="1200"/>
            <a:t>Personnel: ~$110,020</a:t>
          </a:r>
          <a:endParaRPr lang="en-US" sz="1500" kern="1200"/>
        </a:p>
      </dsp:txBody>
      <dsp:txXfrm>
        <a:off x="502885" y="1433257"/>
        <a:ext cx="6694536" cy="399568"/>
      </dsp:txXfrm>
    </dsp:sp>
    <dsp:sp modelId="{2699E193-DF1D-43C9-B52A-5D730F7F607D}">
      <dsp:nvSpPr>
        <dsp:cNvPr id="0" name=""/>
        <dsp:cNvSpPr/>
      </dsp:nvSpPr>
      <dsp:spPr>
        <a:xfrm>
          <a:off x="0" y="2313441"/>
          <a:ext cx="9625383" cy="3780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66C3A7B-8233-4499-86A6-54D605278F01}">
      <dsp:nvSpPr>
        <dsp:cNvPr id="0" name=""/>
        <dsp:cNvSpPr/>
      </dsp:nvSpPr>
      <dsp:spPr>
        <a:xfrm>
          <a:off x="481269" y="2092041"/>
          <a:ext cx="6737768" cy="442800"/>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672" tIns="0" rIns="254672" bIns="0" numCol="1" spcCol="1270" anchor="ctr" anchorCtr="0">
          <a:noAutofit/>
        </a:bodyPr>
        <a:lstStyle/>
        <a:p>
          <a:pPr marL="0" lvl="0" indent="0" algn="l" defTabSz="666750">
            <a:lnSpc>
              <a:spcPct val="90000"/>
            </a:lnSpc>
            <a:spcBef>
              <a:spcPct val="0"/>
            </a:spcBef>
            <a:spcAft>
              <a:spcPct val="35000"/>
            </a:spcAft>
            <a:buNone/>
          </a:pPr>
          <a:r>
            <a:rPr lang="en-US" sz="1500" b="0" i="0" kern="1200"/>
            <a:t>Contingency (10%): ~$12,400</a:t>
          </a:r>
          <a:endParaRPr lang="en-US" sz="1500" kern="1200"/>
        </a:p>
      </dsp:txBody>
      <dsp:txXfrm>
        <a:off x="502885" y="2113657"/>
        <a:ext cx="6694536" cy="399568"/>
      </dsp:txXfrm>
    </dsp:sp>
    <dsp:sp modelId="{AB3FCA5C-47EE-4D8E-ADC8-2FBB20A0888E}">
      <dsp:nvSpPr>
        <dsp:cNvPr id="0" name=""/>
        <dsp:cNvSpPr/>
      </dsp:nvSpPr>
      <dsp:spPr>
        <a:xfrm>
          <a:off x="0" y="2993841"/>
          <a:ext cx="9625383" cy="378000"/>
        </a:xfrm>
        <a:prstGeom prst="rect">
          <a:avLst/>
        </a:prstGeom>
        <a:solidFill>
          <a:schemeClr val="lt2">
            <a:alpha val="90000"/>
            <a:hueOff val="0"/>
            <a:satOff val="0"/>
            <a:lumOff val="0"/>
            <a:alphaOff val="0"/>
          </a:schemeClr>
        </a:solidFill>
        <a:ln w="9525"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B683DB6-06D9-46E2-9EF6-5CB16B955D39}">
      <dsp:nvSpPr>
        <dsp:cNvPr id="0" name=""/>
        <dsp:cNvSpPr/>
      </dsp:nvSpPr>
      <dsp:spPr>
        <a:xfrm>
          <a:off x="481269" y="2772441"/>
          <a:ext cx="6737768" cy="442800"/>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672" tIns="0" rIns="254672" bIns="0" numCol="1" spcCol="1270" anchor="ctr" anchorCtr="0">
          <a:noAutofit/>
        </a:bodyPr>
        <a:lstStyle/>
        <a:p>
          <a:pPr marL="0" lvl="0" indent="0" algn="l" defTabSz="666750">
            <a:lnSpc>
              <a:spcPct val="90000"/>
            </a:lnSpc>
            <a:spcBef>
              <a:spcPct val="0"/>
            </a:spcBef>
            <a:spcAft>
              <a:spcPct val="35000"/>
            </a:spcAft>
            <a:buNone/>
          </a:pPr>
          <a:r>
            <a:rPr lang="en-US" sz="1500" b="0" i="0" kern="1200"/>
            <a:t>Estimated Total: ~$136,500</a:t>
          </a:r>
          <a:endParaRPr lang="en-US" sz="1500" kern="1200"/>
        </a:p>
      </dsp:txBody>
      <dsp:txXfrm>
        <a:off x="502885" y="2794057"/>
        <a:ext cx="6694536" cy="3995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43D64F-9461-423B-94BD-2B77A15A9A73}">
      <dsp:nvSpPr>
        <dsp:cNvPr id="0" name=""/>
        <dsp:cNvSpPr/>
      </dsp:nvSpPr>
      <dsp:spPr>
        <a:xfrm>
          <a:off x="332378" y="698841"/>
          <a:ext cx="1029375" cy="10293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34C5D4-5FAD-424F-9663-98D259A97763}">
      <dsp:nvSpPr>
        <dsp:cNvPr id="0" name=""/>
        <dsp:cNvSpPr/>
      </dsp:nvSpPr>
      <dsp:spPr>
        <a:xfrm>
          <a:off x="551753" y="918216"/>
          <a:ext cx="590625" cy="5906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7E08A14-DBE1-4C37-9260-5466E4C07B0A}">
      <dsp:nvSpPr>
        <dsp:cNvPr id="0" name=""/>
        <dsp:cNvSpPr/>
      </dsp:nvSpPr>
      <dsp:spPr>
        <a:xfrm>
          <a:off x="3316" y="2048841"/>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January 1 - April 30 (4 Months with 4 developers)</a:t>
          </a:r>
          <a:endParaRPr lang="en-US" sz="1100" kern="1200"/>
        </a:p>
      </dsp:txBody>
      <dsp:txXfrm>
        <a:off x="3316" y="2048841"/>
        <a:ext cx="1687500" cy="675000"/>
      </dsp:txXfrm>
    </dsp:sp>
    <dsp:sp modelId="{E2C62C69-BE09-4FB4-81B7-D4098D20B5CA}">
      <dsp:nvSpPr>
        <dsp:cNvPr id="0" name=""/>
        <dsp:cNvSpPr/>
      </dsp:nvSpPr>
      <dsp:spPr>
        <a:xfrm>
          <a:off x="2315191" y="698841"/>
          <a:ext cx="1029375" cy="10293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86933-46C8-4F3F-900A-E7ECE641A68E}">
      <dsp:nvSpPr>
        <dsp:cNvPr id="0" name=""/>
        <dsp:cNvSpPr/>
      </dsp:nvSpPr>
      <dsp:spPr>
        <a:xfrm>
          <a:off x="2534566" y="918216"/>
          <a:ext cx="590625" cy="5906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8FCF0C0-D445-4D79-AC36-DFBCD17FF198}">
      <dsp:nvSpPr>
        <dsp:cNvPr id="0" name=""/>
        <dsp:cNvSpPr/>
      </dsp:nvSpPr>
      <dsp:spPr>
        <a:xfrm>
          <a:off x="1986128" y="2048841"/>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1st Month - UI/UX design and DB can be designed and setup at the same time</a:t>
          </a:r>
          <a:endParaRPr lang="en-US" sz="1100" kern="1200"/>
        </a:p>
      </dsp:txBody>
      <dsp:txXfrm>
        <a:off x="1986128" y="2048841"/>
        <a:ext cx="1687500" cy="675000"/>
      </dsp:txXfrm>
    </dsp:sp>
    <dsp:sp modelId="{763B1BC1-86AD-490A-9942-737A727BC87F}">
      <dsp:nvSpPr>
        <dsp:cNvPr id="0" name=""/>
        <dsp:cNvSpPr/>
      </dsp:nvSpPr>
      <dsp:spPr>
        <a:xfrm>
          <a:off x="4298004" y="698841"/>
          <a:ext cx="1029375" cy="10293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C60B7E-D4C1-4844-9807-31BFDF1982F4}">
      <dsp:nvSpPr>
        <dsp:cNvPr id="0" name=""/>
        <dsp:cNvSpPr/>
      </dsp:nvSpPr>
      <dsp:spPr>
        <a:xfrm>
          <a:off x="4517379" y="918216"/>
          <a:ext cx="590625" cy="5906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C820B7-47A1-4C61-AA91-D6F600E2AF3C}">
      <dsp:nvSpPr>
        <dsp:cNvPr id="0" name=""/>
        <dsp:cNvSpPr/>
      </dsp:nvSpPr>
      <dsp:spPr>
        <a:xfrm>
          <a:off x="3968941" y="2048841"/>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2nd Month - The backend API needs to be created to update data in the DB</a:t>
          </a:r>
          <a:endParaRPr lang="en-US" sz="1100" kern="1200"/>
        </a:p>
      </dsp:txBody>
      <dsp:txXfrm>
        <a:off x="3968941" y="2048841"/>
        <a:ext cx="1687500" cy="675000"/>
      </dsp:txXfrm>
    </dsp:sp>
    <dsp:sp modelId="{DEA97F6B-6BB2-4221-B8B3-F2E2998645A6}">
      <dsp:nvSpPr>
        <dsp:cNvPr id="0" name=""/>
        <dsp:cNvSpPr/>
      </dsp:nvSpPr>
      <dsp:spPr>
        <a:xfrm>
          <a:off x="6280816" y="698841"/>
          <a:ext cx="1029375" cy="102937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DB40DE-E2DD-4452-B029-B82EC2F599FF}">
      <dsp:nvSpPr>
        <dsp:cNvPr id="0" name=""/>
        <dsp:cNvSpPr/>
      </dsp:nvSpPr>
      <dsp:spPr>
        <a:xfrm>
          <a:off x="6500191" y="918216"/>
          <a:ext cx="590625" cy="5906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8AC52D-B7AD-4996-915E-C1B408676F04}">
      <dsp:nvSpPr>
        <dsp:cNvPr id="0" name=""/>
        <dsp:cNvSpPr/>
      </dsp:nvSpPr>
      <dsp:spPr>
        <a:xfrm>
          <a:off x="5951754" y="2048841"/>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3rd Month - The frontend can be created with the API endpoints created</a:t>
          </a:r>
          <a:endParaRPr lang="en-US" sz="1100" kern="1200"/>
        </a:p>
      </dsp:txBody>
      <dsp:txXfrm>
        <a:off x="5951754" y="2048841"/>
        <a:ext cx="1687500" cy="675000"/>
      </dsp:txXfrm>
    </dsp:sp>
    <dsp:sp modelId="{4BC51518-D4CC-44AB-8B63-62B35B5ED6EE}">
      <dsp:nvSpPr>
        <dsp:cNvPr id="0" name=""/>
        <dsp:cNvSpPr/>
      </dsp:nvSpPr>
      <dsp:spPr>
        <a:xfrm>
          <a:off x="8263629" y="698841"/>
          <a:ext cx="1029375" cy="1029375"/>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DF86C2-02CC-456E-8F1C-72F415EFD1C6}">
      <dsp:nvSpPr>
        <dsp:cNvPr id="0" name=""/>
        <dsp:cNvSpPr/>
      </dsp:nvSpPr>
      <dsp:spPr>
        <a:xfrm>
          <a:off x="8483004" y="918216"/>
          <a:ext cx="590625" cy="59062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E175CC-DB62-441C-B8A7-F5F2655286D6}">
      <dsp:nvSpPr>
        <dsp:cNvPr id="0" name=""/>
        <dsp:cNvSpPr/>
      </dsp:nvSpPr>
      <dsp:spPr>
        <a:xfrm>
          <a:off x="7934566" y="2048841"/>
          <a:ext cx="1687500" cy="6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0" i="0" kern="1200"/>
            <a:t>4th Month - Continue on frontend development and add analytics</a:t>
          </a:r>
          <a:endParaRPr lang="en-US" sz="1100" kern="1200"/>
        </a:p>
      </dsp:txBody>
      <dsp:txXfrm>
        <a:off x="7934566" y="2048841"/>
        <a:ext cx="1687500" cy="675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B8788-37A0-4F09-B0E7-91DA14F57FAA}">
      <dsp:nvSpPr>
        <dsp:cNvPr id="0" name=""/>
        <dsp:cNvSpPr/>
      </dsp:nvSpPr>
      <dsp:spPr>
        <a:xfrm>
          <a:off x="0" y="448"/>
          <a:ext cx="6391275" cy="61715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4F03F-462A-4BA2-B2C5-2E060AB6E335}">
      <dsp:nvSpPr>
        <dsp:cNvPr id="0" name=""/>
        <dsp:cNvSpPr/>
      </dsp:nvSpPr>
      <dsp:spPr>
        <a:xfrm>
          <a:off x="186688" y="139307"/>
          <a:ext cx="339433" cy="339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A1BA09-8581-4936-82DB-9B6E7235EFE0}">
      <dsp:nvSpPr>
        <dsp:cNvPr id="0" name=""/>
        <dsp:cNvSpPr/>
      </dsp:nvSpPr>
      <dsp:spPr>
        <a:xfrm>
          <a:off x="712810" y="448"/>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Users should be able to listen to music of their choosing, from playlists, libraries, or browsing available songs</a:t>
          </a:r>
          <a:endParaRPr lang="en-US" sz="1600" kern="1200"/>
        </a:p>
      </dsp:txBody>
      <dsp:txXfrm>
        <a:off x="712810" y="448"/>
        <a:ext cx="5678464" cy="617151"/>
      </dsp:txXfrm>
    </dsp:sp>
    <dsp:sp modelId="{BA6A9A6F-8228-4F80-8DD8-706FC94F0BCA}">
      <dsp:nvSpPr>
        <dsp:cNvPr id="0" name=""/>
        <dsp:cNvSpPr/>
      </dsp:nvSpPr>
      <dsp:spPr>
        <a:xfrm>
          <a:off x="0" y="771888"/>
          <a:ext cx="6391275" cy="61715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46274E-5177-4656-BD95-A1300F887DE8}">
      <dsp:nvSpPr>
        <dsp:cNvPr id="0" name=""/>
        <dsp:cNvSpPr/>
      </dsp:nvSpPr>
      <dsp:spPr>
        <a:xfrm>
          <a:off x="186688" y="910747"/>
          <a:ext cx="339433" cy="339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1A9EAB-B86A-4C15-8EDE-90B4DFDDC4A7}">
      <dsp:nvSpPr>
        <dsp:cNvPr id="0" name=""/>
        <dsp:cNvSpPr/>
      </dsp:nvSpPr>
      <dsp:spPr>
        <a:xfrm>
          <a:off x="712810" y="771888"/>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Users should be able to create, share, and subscribe to playlists</a:t>
          </a:r>
          <a:endParaRPr lang="en-US" sz="1600" kern="1200"/>
        </a:p>
      </dsp:txBody>
      <dsp:txXfrm>
        <a:off x="712810" y="771888"/>
        <a:ext cx="5678464" cy="617151"/>
      </dsp:txXfrm>
    </dsp:sp>
    <dsp:sp modelId="{546D7ACC-B9AB-4270-A09E-9BD757A2A6E1}">
      <dsp:nvSpPr>
        <dsp:cNvPr id="0" name=""/>
        <dsp:cNvSpPr/>
      </dsp:nvSpPr>
      <dsp:spPr>
        <a:xfrm>
          <a:off x="0" y="1543327"/>
          <a:ext cx="6391275" cy="61715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1A79F-9C78-46FE-AC0F-B512EB4AC82D}">
      <dsp:nvSpPr>
        <dsp:cNvPr id="0" name=""/>
        <dsp:cNvSpPr/>
      </dsp:nvSpPr>
      <dsp:spPr>
        <a:xfrm>
          <a:off x="186688" y="1682186"/>
          <a:ext cx="339433" cy="3394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DB9395C-C5EB-4502-ACE3-DC60FF5B37AD}">
      <dsp:nvSpPr>
        <dsp:cNvPr id="0" name=""/>
        <dsp:cNvSpPr/>
      </dsp:nvSpPr>
      <dsp:spPr>
        <a:xfrm>
          <a:off x="712810" y="1543327"/>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Users should be able to follow other users and musicians</a:t>
          </a:r>
          <a:endParaRPr lang="en-US" sz="1600" kern="1200"/>
        </a:p>
      </dsp:txBody>
      <dsp:txXfrm>
        <a:off x="712810" y="1543327"/>
        <a:ext cx="5678464" cy="617151"/>
      </dsp:txXfrm>
    </dsp:sp>
    <dsp:sp modelId="{7AFCA972-1460-48EA-AE13-197DEBC1816A}">
      <dsp:nvSpPr>
        <dsp:cNvPr id="0" name=""/>
        <dsp:cNvSpPr/>
      </dsp:nvSpPr>
      <dsp:spPr>
        <a:xfrm>
          <a:off x="0" y="2314767"/>
          <a:ext cx="6391275" cy="61715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C7EE03-D4EF-46E7-9B0C-9FC412BAFD4D}">
      <dsp:nvSpPr>
        <dsp:cNvPr id="0" name=""/>
        <dsp:cNvSpPr/>
      </dsp:nvSpPr>
      <dsp:spPr>
        <a:xfrm>
          <a:off x="186688" y="2453626"/>
          <a:ext cx="339433" cy="3394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7C38C2-504A-40EE-978A-CC4ABA7CB5E7}">
      <dsp:nvSpPr>
        <dsp:cNvPr id="0" name=""/>
        <dsp:cNvSpPr/>
      </dsp:nvSpPr>
      <dsp:spPr>
        <a:xfrm>
          <a:off x="712810" y="2314767"/>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The system should provide recommendations on genres and musicians based on users’ listening history</a:t>
          </a:r>
          <a:endParaRPr lang="en-US" sz="1600" kern="1200"/>
        </a:p>
      </dsp:txBody>
      <dsp:txXfrm>
        <a:off x="712810" y="2314767"/>
        <a:ext cx="5678464" cy="617151"/>
      </dsp:txXfrm>
    </dsp:sp>
    <dsp:sp modelId="{7876435A-F7EF-4CAF-B006-6340D8E06865}">
      <dsp:nvSpPr>
        <dsp:cNvPr id="0" name=""/>
        <dsp:cNvSpPr/>
      </dsp:nvSpPr>
      <dsp:spPr>
        <a:xfrm>
          <a:off x="0" y="3086207"/>
          <a:ext cx="6391275" cy="61715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091641-5613-4DA6-B486-D71717AC1349}">
      <dsp:nvSpPr>
        <dsp:cNvPr id="0" name=""/>
        <dsp:cNvSpPr/>
      </dsp:nvSpPr>
      <dsp:spPr>
        <a:xfrm>
          <a:off x="186688" y="3225066"/>
          <a:ext cx="339433" cy="33943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4B9AA0-7D43-4004-998B-E8F69466438E}">
      <dsp:nvSpPr>
        <dsp:cNvPr id="0" name=""/>
        <dsp:cNvSpPr/>
      </dsp:nvSpPr>
      <dsp:spPr>
        <a:xfrm>
          <a:off x="712810" y="3086207"/>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The system should keep track of key metrics for songs and albums to measure popularity and trends</a:t>
          </a:r>
          <a:endParaRPr lang="en-US" sz="1600" kern="1200"/>
        </a:p>
      </dsp:txBody>
      <dsp:txXfrm>
        <a:off x="712810" y="3086207"/>
        <a:ext cx="5678464" cy="617151"/>
      </dsp:txXfrm>
    </dsp:sp>
    <dsp:sp modelId="{2B24CEBA-8765-42A5-907B-DB66F8F031A6}">
      <dsp:nvSpPr>
        <dsp:cNvPr id="0" name=""/>
        <dsp:cNvSpPr/>
      </dsp:nvSpPr>
      <dsp:spPr>
        <a:xfrm>
          <a:off x="0" y="3857647"/>
          <a:ext cx="6391275" cy="61715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CDA983-A03C-4B81-BDF5-0B4B9449F137}">
      <dsp:nvSpPr>
        <dsp:cNvPr id="0" name=""/>
        <dsp:cNvSpPr/>
      </dsp:nvSpPr>
      <dsp:spPr>
        <a:xfrm>
          <a:off x="186688" y="3996506"/>
          <a:ext cx="339433" cy="33943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83EFAEA-7B2D-4AC3-8050-CB289AAA483F}">
      <dsp:nvSpPr>
        <dsp:cNvPr id="0" name=""/>
        <dsp:cNvSpPr/>
      </dsp:nvSpPr>
      <dsp:spPr>
        <a:xfrm>
          <a:off x="712810" y="3857647"/>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Musicians should be able to release songs and albums, and be able to announce when it is to be released</a:t>
          </a:r>
          <a:endParaRPr lang="en-US" sz="1600" kern="1200"/>
        </a:p>
      </dsp:txBody>
      <dsp:txXfrm>
        <a:off x="712810" y="3857647"/>
        <a:ext cx="5678464" cy="617151"/>
      </dsp:txXfrm>
    </dsp:sp>
    <dsp:sp modelId="{6466F7BD-0852-4602-8F2C-678907963AC8}">
      <dsp:nvSpPr>
        <dsp:cNvPr id="0" name=""/>
        <dsp:cNvSpPr/>
      </dsp:nvSpPr>
      <dsp:spPr>
        <a:xfrm>
          <a:off x="0" y="4629086"/>
          <a:ext cx="6391275" cy="61715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13A750-0A88-47EA-B393-B44C75AA37AD}">
      <dsp:nvSpPr>
        <dsp:cNvPr id="0" name=""/>
        <dsp:cNvSpPr/>
      </dsp:nvSpPr>
      <dsp:spPr>
        <a:xfrm>
          <a:off x="186688" y="4767946"/>
          <a:ext cx="339433" cy="33943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66BE27D-3C5D-407B-AB6D-8FA2958EC101}">
      <dsp:nvSpPr>
        <dsp:cNvPr id="0" name=""/>
        <dsp:cNvSpPr/>
      </dsp:nvSpPr>
      <dsp:spPr>
        <a:xfrm>
          <a:off x="712810" y="4629086"/>
          <a:ext cx="5678464" cy="617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15" tIns="65315" rIns="65315" bIns="65315" numCol="1" spcCol="1270" anchor="ctr" anchorCtr="0">
          <a:noAutofit/>
        </a:bodyPr>
        <a:lstStyle/>
        <a:p>
          <a:pPr marL="0" lvl="0" indent="0" algn="l" defTabSz="711200">
            <a:lnSpc>
              <a:spcPct val="90000"/>
            </a:lnSpc>
            <a:spcBef>
              <a:spcPct val="0"/>
            </a:spcBef>
            <a:spcAft>
              <a:spcPct val="35000"/>
            </a:spcAft>
            <a:buNone/>
          </a:pPr>
          <a:r>
            <a:rPr lang="en-US" sz="1600" b="0" i="0" kern="1200"/>
            <a:t>Users should be able to download songs in the app for offline listening, but not be able to have the songs’ files</a:t>
          </a:r>
          <a:endParaRPr lang="en-US" sz="1600" kern="1200"/>
        </a:p>
      </dsp:txBody>
      <dsp:txXfrm>
        <a:off x="712810" y="4629086"/>
        <a:ext cx="5678464" cy="61715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8D44A9-108D-40D6-B506-73CD7452D952}">
      <dsp:nvSpPr>
        <dsp:cNvPr id="0" name=""/>
        <dsp:cNvSpPr/>
      </dsp:nvSpPr>
      <dsp:spPr>
        <a:xfrm>
          <a:off x="0" y="3201"/>
          <a:ext cx="6391275" cy="149722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E393A7-0B5C-450B-B5D0-06F3E7526498}">
      <dsp:nvSpPr>
        <dsp:cNvPr id="0" name=""/>
        <dsp:cNvSpPr/>
      </dsp:nvSpPr>
      <dsp:spPr>
        <a:xfrm>
          <a:off x="452910" y="340077"/>
          <a:ext cx="823473" cy="8234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EA0F78-15E1-4802-92B5-5E6A3F2F6CA9}">
      <dsp:nvSpPr>
        <dsp:cNvPr id="0" name=""/>
        <dsp:cNvSpPr/>
      </dsp:nvSpPr>
      <dsp:spPr>
        <a:xfrm>
          <a:off x="1729293" y="3201"/>
          <a:ext cx="4660290" cy="1497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56" tIns="158456" rIns="158456" bIns="158456" numCol="1" spcCol="1270" anchor="ctr" anchorCtr="0">
          <a:noAutofit/>
        </a:bodyPr>
        <a:lstStyle/>
        <a:p>
          <a:pPr marL="0" lvl="0" indent="0" algn="l" defTabSz="622300">
            <a:lnSpc>
              <a:spcPct val="90000"/>
            </a:lnSpc>
            <a:spcBef>
              <a:spcPct val="0"/>
            </a:spcBef>
            <a:spcAft>
              <a:spcPct val="35000"/>
            </a:spcAft>
            <a:buNone/>
          </a:pPr>
          <a:r>
            <a:rPr lang="en-US" sz="1400" b="0" i="0" kern="1200"/>
            <a:t>Our team has chosen to do the client/server architecture pattern for the system design for our music streaming app. We believe that this best fits our project’s needs because it allows all the different responsibilities to be separated into their respective sections.</a:t>
          </a:r>
          <a:endParaRPr lang="en-US" sz="1400" kern="1200"/>
        </a:p>
      </dsp:txBody>
      <dsp:txXfrm>
        <a:off x="1729293" y="3201"/>
        <a:ext cx="4660290" cy="1497223"/>
      </dsp:txXfrm>
    </dsp:sp>
    <dsp:sp modelId="{E9916B3E-DB6B-4D18-BFA8-06DEB31CD1A6}">
      <dsp:nvSpPr>
        <dsp:cNvPr id="0" name=""/>
        <dsp:cNvSpPr/>
      </dsp:nvSpPr>
      <dsp:spPr>
        <a:xfrm>
          <a:off x="0" y="1874731"/>
          <a:ext cx="6391275" cy="149722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C7D18-BDE9-4FB3-BADA-47B80E076CB6}">
      <dsp:nvSpPr>
        <dsp:cNvPr id="0" name=""/>
        <dsp:cNvSpPr/>
      </dsp:nvSpPr>
      <dsp:spPr>
        <a:xfrm>
          <a:off x="452910" y="2211606"/>
          <a:ext cx="823473" cy="8234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6BAF120-5800-4327-9E17-10176FE755DC}">
      <dsp:nvSpPr>
        <dsp:cNvPr id="0" name=""/>
        <dsp:cNvSpPr/>
      </dsp:nvSpPr>
      <dsp:spPr>
        <a:xfrm>
          <a:off x="1729293" y="1874731"/>
          <a:ext cx="2876073" cy="1497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56" tIns="158456" rIns="158456" bIns="158456" numCol="1" spcCol="1270" anchor="ctr" anchorCtr="0">
          <a:noAutofit/>
        </a:bodyPr>
        <a:lstStyle/>
        <a:p>
          <a:pPr marL="0" lvl="0" indent="0" algn="l" defTabSz="622300">
            <a:lnSpc>
              <a:spcPct val="90000"/>
            </a:lnSpc>
            <a:spcBef>
              <a:spcPct val="0"/>
            </a:spcBef>
            <a:spcAft>
              <a:spcPct val="35000"/>
            </a:spcAft>
            <a:buNone/>
          </a:pPr>
          <a:r>
            <a:rPr lang="en-US" sz="1400" b="0" i="0" kern="1200"/>
            <a:t>Server responsibilities:</a:t>
          </a:r>
          <a:endParaRPr lang="en-US" sz="1400" kern="1200"/>
        </a:p>
      </dsp:txBody>
      <dsp:txXfrm>
        <a:off x="1729293" y="1874731"/>
        <a:ext cx="2876073" cy="1497223"/>
      </dsp:txXfrm>
    </dsp:sp>
    <dsp:sp modelId="{8580D008-3E6E-41AB-AB3C-B0FCF78920C6}">
      <dsp:nvSpPr>
        <dsp:cNvPr id="0" name=""/>
        <dsp:cNvSpPr/>
      </dsp:nvSpPr>
      <dsp:spPr>
        <a:xfrm>
          <a:off x="4605367" y="1874731"/>
          <a:ext cx="1784217" cy="1497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56" tIns="158456" rIns="158456" bIns="158456" numCol="1" spcCol="1270" anchor="ctr" anchorCtr="0">
          <a:noAutofit/>
        </a:bodyPr>
        <a:lstStyle/>
        <a:p>
          <a:pPr marL="0" lvl="0" indent="0" algn="l" defTabSz="488950">
            <a:lnSpc>
              <a:spcPct val="90000"/>
            </a:lnSpc>
            <a:spcBef>
              <a:spcPct val="0"/>
            </a:spcBef>
            <a:spcAft>
              <a:spcPct val="35000"/>
            </a:spcAft>
            <a:buNone/>
          </a:pPr>
          <a:r>
            <a:rPr lang="en-US" sz="1100" b="0" i="0" kern="1200"/>
            <a:t>Handles the music library</a:t>
          </a:r>
          <a:endParaRPr lang="en-US" sz="1100" kern="1200"/>
        </a:p>
        <a:p>
          <a:pPr marL="0" lvl="0" indent="0" algn="l" defTabSz="488950">
            <a:lnSpc>
              <a:spcPct val="90000"/>
            </a:lnSpc>
            <a:spcBef>
              <a:spcPct val="0"/>
            </a:spcBef>
            <a:spcAft>
              <a:spcPct val="35000"/>
            </a:spcAft>
            <a:buNone/>
          </a:pPr>
          <a:r>
            <a:rPr lang="en-US" sz="1100" b="0" i="0" kern="1200"/>
            <a:t>Handles user auth and account data</a:t>
          </a:r>
          <a:endParaRPr lang="en-US" sz="1100" kern="1200"/>
        </a:p>
        <a:p>
          <a:pPr marL="0" lvl="0" indent="0" algn="l" defTabSz="488950">
            <a:lnSpc>
              <a:spcPct val="90000"/>
            </a:lnSpc>
            <a:spcBef>
              <a:spcPct val="0"/>
            </a:spcBef>
            <a:spcAft>
              <a:spcPct val="35000"/>
            </a:spcAft>
            <a:buNone/>
          </a:pPr>
          <a:r>
            <a:rPr lang="en-US" sz="1100" b="0" i="0" kern="1200"/>
            <a:t>Streams content over the internet to the clients</a:t>
          </a:r>
          <a:endParaRPr lang="en-US" sz="1100" kern="1200"/>
        </a:p>
      </dsp:txBody>
      <dsp:txXfrm>
        <a:off x="4605367" y="1874731"/>
        <a:ext cx="1784217" cy="1497223"/>
      </dsp:txXfrm>
    </dsp:sp>
    <dsp:sp modelId="{5A15B89D-C7A5-41E9-B77B-5FDA1210DA0E}">
      <dsp:nvSpPr>
        <dsp:cNvPr id="0" name=""/>
        <dsp:cNvSpPr/>
      </dsp:nvSpPr>
      <dsp:spPr>
        <a:xfrm>
          <a:off x="0" y="3746261"/>
          <a:ext cx="6391275" cy="149722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077EA8-FF9A-4030-AFFA-626022081695}">
      <dsp:nvSpPr>
        <dsp:cNvPr id="0" name=""/>
        <dsp:cNvSpPr/>
      </dsp:nvSpPr>
      <dsp:spPr>
        <a:xfrm>
          <a:off x="452910" y="4083136"/>
          <a:ext cx="823473" cy="8234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9DCD754-1636-44B6-8968-6A57C197E8DE}">
      <dsp:nvSpPr>
        <dsp:cNvPr id="0" name=""/>
        <dsp:cNvSpPr/>
      </dsp:nvSpPr>
      <dsp:spPr>
        <a:xfrm>
          <a:off x="1729293" y="3746261"/>
          <a:ext cx="2876073" cy="1497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56" tIns="158456" rIns="158456" bIns="158456" numCol="1" spcCol="1270" anchor="ctr" anchorCtr="0">
          <a:noAutofit/>
        </a:bodyPr>
        <a:lstStyle/>
        <a:p>
          <a:pPr marL="0" lvl="0" indent="0" algn="l" defTabSz="622300">
            <a:lnSpc>
              <a:spcPct val="90000"/>
            </a:lnSpc>
            <a:spcBef>
              <a:spcPct val="0"/>
            </a:spcBef>
            <a:spcAft>
              <a:spcPct val="35000"/>
            </a:spcAft>
            <a:buNone/>
          </a:pPr>
          <a:r>
            <a:rPr lang="en-US" sz="1400" b="0" i="0" kern="1200"/>
            <a:t>Client responsibilities:</a:t>
          </a:r>
          <a:endParaRPr lang="en-US" sz="1400" kern="1200"/>
        </a:p>
      </dsp:txBody>
      <dsp:txXfrm>
        <a:off x="1729293" y="3746261"/>
        <a:ext cx="2876073" cy="1497223"/>
      </dsp:txXfrm>
    </dsp:sp>
    <dsp:sp modelId="{7FBFABA9-B784-4C60-9BF8-9A725469EABF}">
      <dsp:nvSpPr>
        <dsp:cNvPr id="0" name=""/>
        <dsp:cNvSpPr/>
      </dsp:nvSpPr>
      <dsp:spPr>
        <a:xfrm>
          <a:off x="4605367" y="3746261"/>
          <a:ext cx="1784217" cy="1497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56" tIns="158456" rIns="158456" bIns="158456" numCol="1" spcCol="1270" anchor="ctr" anchorCtr="0">
          <a:noAutofit/>
        </a:bodyPr>
        <a:lstStyle/>
        <a:p>
          <a:pPr marL="0" lvl="0" indent="0" algn="l" defTabSz="488950">
            <a:lnSpc>
              <a:spcPct val="90000"/>
            </a:lnSpc>
            <a:spcBef>
              <a:spcPct val="0"/>
            </a:spcBef>
            <a:spcAft>
              <a:spcPct val="35000"/>
            </a:spcAft>
            <a:buNone/>
          </a:pPr>
          <a:r>
            <a:rPr lang="en-US" sz="1100" b="0" i="0" kern="1200"/>
            <a:t>UI and playback system</a:t>
          </a:r>
          <a:endParaRPr lang="en-US" sz="1100" kern="1200"/>
        </a:p>
        <a:p>
          <a:pPr marL="0" lvl="0" indent="0" algn="l" defTabSz="488950">
            <a:lnSpc>
              <a:spcPct val="90000"/>
            </a:lnSpc>
            <a:spcBef>
              <a:spcPct val="0"/>
            </a:spcBef>
            <a:spcAft>
              <a:spcPct val="35000"/>
            </a:spcAft>
            <a:buNone/>
          </a:pPr>
          <a:r>
            <a:rPr lang="en-US" sz="1100" b="0" i="0" kern="1200"/>
            <a:t>Handles user interaction </a:t>
          </a:r>
          <a:endParaRPr lang="en-US" sz="1100" kern="1200"/>
        </a:p>
        <a:p>
          <a:pPr marL="0" lvl="0" indent="0" algn="l" defTabSz="488950">
            <a:lnSpc>
              <a:spcPct val="90000"/>
            </a:lnSpc>
            <a:spcBef>
              <a:spcPct val="0"/>
            </a:spcBef>
            <a:spcAft>
              <a:spcPct val="35000"/>
            </a:spcAft>
            <a:buNone/>
          </a:pPr>
          <a:r>
            <a:rPr lang="en-US" sz="1100" b="0" i="0" kern="1200"/>
            <a:t>Sends requests to the server for music content</a:t>
          </a:r>
          <a:endParaRPr lang="en-US" sz="1100" kern="1200"/>
        </a:p>
      </dsp:txBody>
      <dsp:txXfrm>
        <a:off x="4605367" y="3746261"/>
        <a:ext cx="1784217" cy="149722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053F5-F27C-4345-886A-8001B6BA87EF}"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031D8-6A1D-43CF-8776-01CE0FB8AB38}" type="slidenum">
              <a:rPr lang="en-US" smtClean="0"/>
              <a:t>‹#›</a:t>
            </a:fld>
            <a:endParaRPr lang="en-US"/>
          </a:p>
        </p:txBody>
      </p:sp>
    </p:spTree>
    <p:extLst>
      <p:ext uri="{BB962C8B-B14F-4D97-AF65-F5344CB8AC3E}">
        <p14:creationId xmlns:p14="http://schemas.microsoft.com/office/powerpoint/2010/main" val="239144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hardware, software and licensing, and personnel, and adding a 10% contingency for uncertainty, we estimate the Harmonia project cost at approximately $136,000.</a:t>
            </a:r>
          </a:p>
        </p:txBody>
      </p:sp>
      <p:sp>
        <p:nvSpPr>
          <p:cNvPr id="4" name="Slide Number Placeholder 3"/>
          <p:cNvSpPr>
            <a:spLocks noGrp="1"/>
          </p:cNvSpPr>
          <p:nvPr>
            <p:ph type="sldNum" sz="quarter" idx="5"/>
          </p:nvPr>
        </p:nvSpPr>
        <p:spPr/>
        <p:txBody>
          <a:bodyPr/>
          <a:lstStyle/>
          <a:p>
            <a:fld id="{1BC031D8-6A1D-43CF-8776-01CE0FB8AB38}" type="slidenum">
              <a:rPr lang="en-US" smtClean="0"/>
              <a:t>11</a:t>
            </a:fld>
            <a:endParaRPr lang="en-US"/>
          </a:p>
        </p:txBody>
      </p:sp>
    </p:spTree>
    <p:extLst>
      <p:ext uri="{BB962C8B-B14F-4D97-AF65-F5344CB8AC3E}">
        <p14:creationId xmlns:p14="http://schemas.microsoft.com/office/powerpoint/2010/main" val="32462849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065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984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8450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940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5848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076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159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514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928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233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2479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6571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0230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269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11/18/2025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4769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8392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967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BCAD085-E8A6-8845-BD4E-CB4CCA059FC4}" type="datetimeFigureOut">
              <a:rPr lang="en-US" smtClean="0"/>
              <a:t>11/18/2025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1166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jpeg"/><Relationship Id="rId7" Type="http://schemas.openxmlformats.org/officeDocument/2006/relationships/diagramColors" Target="../diagrams/colors1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109C5B-3B98-48EB-A942-8D11CEA37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3"/>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9C389E4-003E-40C9-AC9E-ED821C16F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6" name="Rectangle 15">
            <a:extLst>
              <a:ext uri="{FF2B5EF4-FFF2-40B4-BE49-F238E27FC236}">
                <a16:creationId xmlns:a16="http://schemas.microsoft.com/office/drawing/2014/main" id="{6C042684-2705-40BD-9104-A6B24CE1C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81097749-42C0-1CDA-A6C2-3C5B05A4B9FB}"/>
              </a:ext>
            </a:extLst>
          </p:cNvPr>
          <p:cNvSpPr>
            <a:spLocks noGrp="1"/>
          </p:cNvSpPr>
          <p:nvPr>
            <p:ph type="ctrTitle"/>
          </p:nvPr>
        </p:nvSpPr>
        <p:spPr>
          <a:xfrm>
            <a:off x="5274825" y="1143000"/>
            <a:ext cx="6268246" cy="3134032"/>
          </a:xfrm>
        </p:spPr>
        <p:txBody>
          <a:bodyPr>
            <a:normAutofit/>
          </a:bodyPr>
          <a:lstStyle/>
          <a:p>
            <a:r>
              <a:rPr lang="en-US" sz="6100">
                <a:solidFill>
                  <a:srgbClr val="EBEBEB"/>
                </a:solidFill>
              </a:rPr>
              <a:t>Harmonia - Music Streaming App</a:t>
            </a:r>
          </a:p>
        </p:txBody>
      </p:sp>
      <p:sp>
        <p:nvSpPr>
          <p:cNvPr id="5" name="Subtitle 4">
            <a:extLst>
              <a:ext uri="{FF2B5EF4-FFF2-40B4-BE49-F238E27FC236}">
                <a16:creationId xmlns:a16="http://schemas.microsoft.com/office/drawing/2014/main" id="{D96D2451-A459-1470-6E4F-8795A3D30B52}"/>
              </a:ext>
            </a:extLst>
          </p:cNvPr>
          <p:cNvSpPr>
            <a:spLocks noGrp="1"/>
          </p:cNvSpPr>
          <p:nvPr>
            <p:ph type="subTitle" idx="1"/>
          </p:nvPr>
        </p:nvSpPr>
        <p:spPr>
          <a:xfrm>
            <a:off x="5274825" y="4473677"/>
            <a:ext cx="6268246" cy="1268144"/>
          </a:xfrm>
        </p:spPr>
        <p:txBody>
          <a:bodyPr>
            <a:normAutofit/>
          </a:bodyPr>
          <a:lstStyle/>
          <a:p>
            <a:r>
              <a:rPr lang="en-US" sz="2000" dirty="0"/>
              <a:t>Fernando Flores, Reid Minton, Hieu Quang Tran, Juan Esquivel, </a:t>
            </a:r>
            <a:r>
              <a:rPr lang="en-US" sz="2000" dirty="0" err="1"/>
              <a:t>Adawari</a:t>
            </a:r>
            <a:r>
              <a:rPr lang="en-US" sz="2000" dirty="0"/>
              <a:t> </a:t>
            </a:r>
            <a:r>
              <a:rPr lang="en-US" sz="2000" dirty="0" err="1"/>
              <a:t>Dappa</a:t>
            </a:r>
            <a:r>
              <a:rPr lang="en-US" sz="2000" dirty="0"/>
              <a:t>, Yadiel Valentin</a:t>
            </a:r>
            <a:r>
              <a:rPr lang="en-US" dirty="0"/>
              <a:t> </a:t>
            </a:r>
            <a:r>
              <a:rPr lang="en-US" sz="2000" dirty="0"/>
              <a:t>Rios, Ubaid Mohammed</a:t>
            </a:r>
          </a:p>
        </p:txBody>
      </p:sp>
      <p:pic>
        <p:nvPicPr>
          <p:cNvPr id="9" name="Graphic 8" descr="Music">
            <a:extLst>
              <a:ext uri="{FF2B5EF4-FFF2-40B4-BE49-F238E27FC236}">
                <a16:creationId xmlns:a16="http://schemas.microsoft.com/office/drawing/2014/main" id="{0DDDDF21-4FD8-C3DD-1511-45DD894B29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9764" y="1661911"/>
            <a:ext cx="3531062" cy="3531062"/>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11523262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973667"/>
            <a:ext cx="2942210" cy="4833745"/>
          </a:xfrm>
        </p:spPr>
        <p:txBody>
          <a:bodyPr>
            <a:normAutofit/>
          </a:bodyPr>
          <a:lstStyle/>
          <a:p>
            <a:r>
              <a:rPr lang="en-US">
                <a:solidFill>
                  <a:srgbClr val="EBEBEB"/>
                </a:solidFill>
              </a:rPr>
              <a:t>Project Objectives (1/2)</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6F48C11E-E4F0-42AD-A489-9D13D957538B}"/>
              </a:ext>
            </a:extLst>
          </p:cNvPr>
          <p:cNvGraphicFramePr>
            <a:graphicFrameLocks noGrp="1"/>
          </p:cNvGraphicFramePr>
          <p:nvPr>
            <p:ph idx="1"/>
            <p:extLst>
              <p:ext uri="{D42A27DB-BD31-4B8C-83A1-F6EECF244321}">
                <p14:modId xmlns:p14="http://schemas.microsoft.com/office/powerpoint/2010/main" val="4475342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1154954" y="973668"/>
            <a:ext cx="8761413" cy="706964"/>
          </a:xfrm>
        </p:spPr>
        <p:txBody>
          <a:bodyPr>
            <a:normAutofit/>
          </a:bodyPr>
          <a:lstStyle/>
          <a:p>
            <a:r>
              <a:rPr lang="en-US">
                <a:solidFill>
                  <a:srgbClr val="FFFFFF"/>
                </a:solidFill>
              </a:rPr>
              <a:t>Project Objectives (2/2)</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5E80273-B912-64F2-79DE-86E83DBCA55A}"/>
              </a:ext>
            </a:extLst>
          </p:cNvPr>
          <p:cNvGraphicFramePr>
            <a:graphicFrameLocks noGrp="1"/>
          </p:cNvGraphicFramePr>
          <p:nvPr>
            <p:ph idx="1"/>
            <p:extLst>
              <p:ext uri="{D42A27DB-BD31-4B8C-83A1-F6EECF244321}">
                <p14:modId xmlns:p14="http://schemas.microsoft.com/office/powerpoint/2010/main" val="3242170563"/>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Estimation Method</a:t>
            </a:r>
          </a:p>
        </p:txBody>
      </p:sp>
      <p:graphicFrame>
        <p:nvGraphicFramePr>
          <p:cNvPr id="5" name="Content Placeholder 2">
            <a:extLst>
              <a:ext uri="{FF2B5EF4-FFF2-40B4-BE49-F238E27FC236}">
                <a16:creationId xmlns:a16="http://schemas.microsoft.com/office/drawing/2014/main" id="{16803F1B-9065-C32C-D6E5-4C5A430F7C4A}"/>
              </a:ext>
            </a:extLst>
          </p:cNvPr>
          <p:cNvGraphicFramePr>
            <a:graphicFrameLocks noGrp="1"/>
          </p:cNvGraphicFramePr>
          <p:nvPr>
            <p:ph idx="1"/>
          </p:nvPr>
        </p:nvGraphicFramePr>
        <p:xfrm>
          <a:off x="1154954" y="2603500"/>
          <a:ext cx="8825659"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 name="Rectangle 2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1154954" y="973668"/>
            <a:ext cx="8761413" cy="706964"/>
          </a:xfrm>
        </p:spPr>
        <p:txBody>
          <a:bodyPr>
            <a:normAutofit/>
          </a:bodyPr>
          <a:lstStyle/>
          <a:p>
            <a:r>
              <a:rPr lang="en-US">
                <a:solidFill>
                  <a:srgbClr val="FFFFFF"/>
                </a:solidFill>
              </a:rPr>
              <a:t>Gross Function Points (GFP)</a:t>
            </a:r>
          </a:p>
        </p:txBody>
      </p:sp>
      <p:sp>
        <p:nvSpPr>
          <p:cNvPr id="33" name="Rectangle 3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9CE15677-1350-DF0F-0924-2068A1F35640}"/>
              </a:ext>
            </a:extLst>
          </p:cNvPr>
          <p:cNvGraphicFramePr>
            <a:graphicFrameLocks noGrp="1"/>
          </p:cNvGraphicFramePr>
          <p:nvPr>
            <p:ph idx="1"/>
            <p:extLst>
              <p:ext uri="{D42A27DB-BD31-4B8C-83A1-F6EECF244321}">
                <p14:modId xmlns:p14="http://schemas.microsoft.com/office/powerpoint/2010/main" val="1035139756"/>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761413" cy="706964"/>
          </a:xfrm>
        </p:spPr>
        <p:txBody>
          <a:bodyPr>
            <a:normAutofit/>
          </a:bodyPr>
          <a:lstStyle/>
          <a:p>
            <a:r>
              <a:rPr lang="en-US" sz="3300">
                <a:solidFill>
                  <a:srgbClr val="EBEBEB"/>
                </a:solidFill>
              </a:rPr>
              <a:t>Processing Complexity Adjustment (PCA)</a:t>
            </a:r>
          </a:p>
        </p:txBody>
      </p:sp>
      <p:graphicFrame>
        <p:nvGraphicFramePr>
          <p:cNvPr id="24" name="Content Placeholder 2">
            <a:extLst>
              <a:ext uri="{FF2B5EF4-FFF2-40B4-BE49-F238E27FC236}">
                <a16:creationId xmlns:a16="http://schemas.microsoft.com/office/drawing/2014/main" id="{DFF10547-CDFF-CF64-635E-8D3C844D7B38}"/>
              </a:ext>
            </a:extLst>
          </p:cNvPr>
          <p:cNvGraphicFramePr>
            <a:graphicFrameLocks noGrp="1"/>
          </p:cNvGraphicFramePr>
          <p:nvPr>
            <p:ph idx="1"/>
            <p:extLst>
              <p:ext uri="{D42A27DB-BD31-4B8C-83A1-F6EECF244321}">
                <p14:modId xmlns:p14="http://schemas.microsoft.com/office/powerpoint/2010/main" val="3637129116"/>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Function Points</a:t>
            </a:r>
          </a:p>
        </p:txBody>
      </p:sp>
      <p:graphicFrame>
        <p:nvGraphicFramePr>
          <p:cNvPr id="5" name="Content Placeholder 2">
            <a:extLst>
              <a:ext uri="{FF2B5EF4-FFF2-40B4-BE49-F238E27FC236}">
                <a16:creationId xmlns:a16="http://schemas.microsoft.com/office/drawing/2014/main" id="{391A9E2A-C609-0B43-FC3A-8E9C14960680}"/>
              </a:ext>
            </a:extLst>
          </p:cNvPr>
          <p:cNvGraphicFramePr>
            <a:graphicFrameLocks noGrp="1"/>
          </p:cNvGraphicFramePr>
          <p:nvPr>
            <p:ph idx="1"/>
          </p:nvPr>
        </p:nvGraphicFramePr>
        <p:xfrm>
          <a:off x="1154954" y="2603500"/>
          <a:ext cx="8825659"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761413" cy="706964"/>
          </a:xfrm>
        </p:spPr>
        <p:txBody>
          <a:bodyPr>
            <a:normAutofit/>
          </a:bodyPr>
          <a:lstStyle/>
          <a:p>
            <a:r>
              <a:rPr lang="en-US">
                <a:solidFill>
                  <a:srgbClr val="EBEBEB"/>
                </a:solidFill>
              </a:rPr>
              <a:t>Effort and Personnel Cost</a:t>
            </a:r>
          </a:p>
        </p:txBody>
      </p:sp>
      <p:graphicFrame>
        <p:nvGraphicFramePr>
          <p:cNvPr id="5" name="Content Placeholder 2">
            <a:extLst>
              <a:ext uri="{FF2B5EF4-FFF2-40B4-BE49-F238E27FC236}">
                <a16:creationId xmlns:a16="http://schemas.microsoft.com/office/drawing/2014/main" id="{96E5447C-A809-B13B-B10D-30C15CAC6E87}"/>
              </a:ext>
            </a:extLst>
          </p:cNvPr>
          <p:cNvGraphicFramePr>
            <a:graphicFrameLocks noGrp="1"/>
          </p:cNvGraphicFramePr>
          <p:nvPr>
            <p:ph idx="1"/>
            <p:extLst>
              <p:ext uri="{D42A27DB-BD31-4B8C-83A1-F6EECF244321}">
                <p14:modId xmlns:p14="http://schemas.microsoft.com/office/powerpoint/2010/main" val="2823490575"/>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9" name="Rectangle 18">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1154954" y="973668"/>
            <a:ext cx="8761413" cy="706964"/>
          </a:xfrm>
        </p:spPr>
        <p:txBody>
          <a:bodyPr>
            <a:normAutofit/>
          </a:bodyPr>
          <a:lstStyle/>
          <a:p>
            <a:r>
              <a:rPr lang="en-US">
                <a:solidFill>
                  <a:srgbClr val="FFFFFF"/>
                </a:solidFill>
              </a:rPr>
              <a:t>Hardware Cost Estimation</a:t>
            </a:r>
          </a:p>
        </p:txBody>
      </p:sp>
      <p:sp>
        <p:nvSpPr>
          <p:cNvPr id="22" name="Rectangle 21">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82F27D9-B0DA-067B-AF8F-13E8AC636A29}"/>
              </a:ext>
            </a:extLst>
          </p:cNvPr>
          <p:cNvGraphicFramePr>
            <a:graphicFrameLocks noGrp="1"/>
          </p:cNvGraphicFramePr>
          <p:nvPr>
            <p:ph idx="1"/>
            <p:extLst>
              <p:ext uri="{D42A27DB-BD31-4B8C-83A1-F6EECF244321}">
                <p14:modId xmlns:p14="http://schemas.microsoft.com/office/powerpoint/2010/main" val="217097871"/>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4" name="Rectangle 33">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1154954" y="973668"/>
            <a:ext cx="8761413" cy="706964"/>
          </a:xfrm>
        </p:spPr>
        <p:txBody>
          <a:bodyPr>
            <a:normAutofit/>
          </a:bodyPr>
          <a:lstStyle/>
          <a:p>
            <a:r>
              <a:rPr lang="en-US">
                <a:solidFill>
                  <a:srgbClr val="FFFFFF"/>
                </a:solidFill>
              </a:rPr>
              <a:t>Software &amp; Licensing Costs</a:t>
            </a:r>
          </a:p>
        </p:txBody>
      </p:sp>
      <p:sp>
        <p:nvSpPr>
          <p:cNvPr id="37" name="Rectangle 36">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8" name="Content Placeholder 2">
            <a:extLst>
              <a:ext uri="{FF2B5EF4-FFF2-40B4-BE49-F238E27FC236}">
                <a16:creationId xmlns:a16="http://schemas.microsoft.com/office/drawing/2014/main" id="{6BD27CB0-5031-9993-F85B-A94103A90CBA}"/>
              </a:ext>
            </a:extLst>
          </p:cNvPr>
          <p:cNvGraphicFramePr>
            <a:graphicFrameLocks noGrp="1"/>
          </p:cNvGraphicFramePr>
          <p:nvPr>
            <p:ph idx="1"/>
            <p:extLst>
              <p:ext uri="{D42A27DB-BD31-4B8C-83A1-F6EECF244321}">
                <p14:modId xmlns:p14="http://schemas.microsoft.com/office/powerpoint/2010/main" val="801469505"/>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 name="Rectangle 2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1154954" y="973668"/>
            <a:ext cx="8761413" cy="706964"/>
          </a:xfrm>
        </p:spPr>
        <p:txBody>
          <a:bodyPr>
            <a:normAutofit/>
          </a:bodyPr>
          <a:lstStyle/>
          <a:p>
            <a:r>
              <a:rPr lang="en-US">
                <a:solidFill>
                  <a:srgbClr val="FFFFFF"/>
                </a:solidFill>
              </a:rPr>
              <a:t>Total Project Cost Summary</a:t>
            </a:r>
          </a:p>
        </p:txBody>
      </p:sp>
      <p:sp>
        <p:nvSpPr>
          <p:cNvPr id="32" name="Rectangle 31">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33" name="Content Placeholder 2">
            <a:extLst>
              <a:ext uri="{FF2B5EF4-FFF2-40B4-BE49-F238E27FC236}">
                <a16:creationId xmlns:a16="http://schemas.microsoft.com/office/drawing/2014/main" id="{66D3A357-1C10-A051-D537-40579F5DEC3D}"/>
              </a:ext>
            </a:extLst>
          </p:cNvPr>
          <p:cNvGraphicFramePr>
            <a:graphicFrameLocks noGrp="1"/>
          </p:cNvGraphicFramePr>
          <p:nvPr>
            <p:ph idx="1"/>
            <p:extLst>
              <p:ext uri="{D42A27DB-BD31-4B8C-83A1-F6EECF244321}">
                <p14:modId xmlns:p14="http://schemas.microsoft.com/office/powerpoint/2010/main" val="2657375942"/>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D2C0D571-F542-1058-723D-3AFF80028E36}"/>
              </a:ext>
            </a:extLst>
          </p:cNvPr>
          <p:cNvSpPr>
            <a:spLocks noGrp="1"/>
          </p:cNvSpPr>
          <p:nvPr>
            <p:ph type="title"/>
          </p:nvPr>
        </p:nvSpPr>
        <p:spPr>
          <a:xfrm>
            <a:off x="1154954" y="973668"/>
            <a:ext cx="8761413" cy="706964"/>
          </a:xfrm>
        </p:spPr>
        <p:txBody>
          <a:bodyPr>
            <a:normAutofit/>
          </a:bodyPr>
          <a:lstStyle/>
          <a:p>
            <a:r>
              <a:rPr lang="en-US">
                <a:solidFill>
                  <a:srgbClr val="FFFFFF"/>
                </a:solidFill>
              </a:rPr>
              <a:t>Project Timeline</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A44798F-2F77-B708-7077-11A0C6DAD619}"/>
              </a:ext>
            </a:extLst>
          </p:cNvPr>
          <p:cNvGraphicFramePr>
            <a:graphicFrameLocks noGrp="1"/>
          </p:cNvGraphicFramePr>
          <p:nvPr>
            <p:ph idx="1"/>
            <p:extLst>
              <p:ext uri="{D42A27DB-BD31-4B8C-83A1-F6EECF244321}">
                <p14:modId xmlns:p14="http://schemas.microsoft.com/office/powerpoint/2010/main" val="114609405"/>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894188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CA49FAD4-F424-83D1-815E-BBC0B77316A6}"/>
              </a:ext>
            </a:extLst>
          </p:cNvPr>
          <p:cNvSpPr>
            <a:spLocks noGrp="1"/>
          </p:cNvSpPr>
          <p:nvPr>
            <p:ph type="title"/>
          </p:nvPr>
        </p:nvSpPr>
        <p:spPr>
          <a:xfrm>
            <a:off x="1154955" y="973667"/>
            <a:ext cx="2942210" cy="4833745"/>
          </a:xfrm>
        </p:spPr>
        <p:txBody>
          <a:bodyPr>
            <a:normAutofit/>
          </a:bodyPr>
          <a:lstStyle/>
          <a:p>
            <a:r>
              <a:rPr lang="en-US" sz="3100">
                <a:solidFill>
                  <a:srgbClr val="EBEBEB"/>
                </a:solidFill>
              </a:rPr>
              <a:t>Functional Requirements</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E308755A-E4F7-01D5-2130-FA78EF92A05A}"/>
              </a:ext>
            </a:extLst>
          </p:cNvPr>
          <p:cNvGraphicFramePr>
            <a:graphicFrameLocks noGrp="1"/>
          </p:cNvGraphicFramePr>
          <p:nvPr>
            <p:ph idx="1"/>
            <p:extLst>
              <p:ext uri="{D42A27DB-BD31-4B8C-83A1-F6EECF244321}">
                <p14:modId xmlns:p14="http://schemas.microsoft.com/office/powerpoint/2010/main" val="98295111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779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109B5D-BC35-4376-98A2-F53B03E4E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94D90C11-98A3-40E3-B04C-A3025D6458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DAE761BA-D087-AC6E-5126-824C9C3B84DB}"/>
              </a:ext>
            </a:extLst>
          </p:cNvPr>
          <p:cNvSpPr>
            <a:spLocks noGrp="1"/>
          </p:cNvSpPr>
          <p:nvPr>
            <p:ph type="title"/>
          </p:nvPr>
        </p:nvSpPr>
        <p:spPr>
          <a:xfrm>
            <a:off x="967791" y="1449324"/>
            <a:ext cx="2621734" cy="4391640"/>
          </a:xfrm>
        </p:spPr>
        <p:txBody>
          <a:bodyPr anchor="t">
            <a:normAutofit/>
          </a:bodyPr>
          <a:lstStyle/>
          <a:p>
            <a:r>
              <a:rPr lang="en-US" sz="2800">
                <a:solidFill>
                  <a:schemeClr val="tx1"/>
                </a:solidFill>
              </a:rPr>
              <a:t>Non-functional Requirements</a:t>
            </a:r>
          </a:p>
        </p:txBody>
      </p:sp>
      <p:sp>
        <p:nvSpPr>
          <p:cNvPr id="12" name="Rectangle 11">
            <a:extLst>
              <a:ext uri="{FF2B5EF4-FFF2-40B4-BE49-F238E27FC236}">
                <a16:creationId xmlns:a16="http://schemas.microsoft.com/office/drawing/2014/main" id="{A3B28FB1-97C9-4A9E-A45B-356508C2C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894E2DA-E242-B0B2-692E-78A2EA7E94F9}"/>
              </a:ext>
            </a:extLst>
          </p:cNvPr>
          <p:cNvSpPr>
            <a:spLocks noGrp="1"/>
          </p:cNvSpPr>
          <p:nvPr>
            <p:ph idx="1"/>
          </p:nvPr>
        </p:nvSpPr>
        <p:spPr>
          <a:xfrm>
            <a:off x="3658952" y="1272540"/>
            <a:ext cx="7763427" cy="4892040"/>
          </a:xfrm>
        </p:spPr>
        <p:txBody>
          <a:bodyPr>
            <a:normAutofit fontScale="92500" lnSpcReduction="10000"/>
          </a:bodyPr>
          <a:lstStyle/>
          <a:p>
            <a:pPr fontAlgn="base">
              <a:lnSpc>
                <a:spcPct val="90000"/>
              </a:lnSpc>
            </a:pPr>
            <a:r>
              <a:rPr lang="en-US" sz="1400" b="1" dirty="0">
                <a:solidFill>
                  <a:schemeClr val="tx1"/>
                </a:solidFill>
              </a:rPr>
              <a:t>Usability:</a:t>
            </a:r>
            <a:r>
              <a:rPr lang="en-US" sz="1400" dirty="0">
                <a:solidFill>
                  <a:schemeClr val="tx1"/>
                </a:solidFill>
              </a:rPr>
              <a:t> Navigation should be straight-forward so anyone can use the app easily, even if they’ve never used it before</a:t>
            </a:r>
            <a:endParaRPr lang="en-US" sz="1400" b="1" dirty="0">
              <a:solidFill>
                <a:schemeClr val="tx1"/>
              </a:solidFill>
            </a:endParaRPr>
          </a:p>
          <a:p>
            <a:pPr fontAlgn="base">
              <a:lnSpc>
                <a:spcPct val="90000"/>
              </a:lnSpc>
            </a:pPr>
            <a:r>
              <a:rPr lang="en-US" sz="1400" b="1" dirty="0">
                <a:solidFill>
                  <a:schemeClr val="tx1"/>
                </a:solidFill>
              </a:rPr>
              <a:t>Performance:</a:t>
            </a:r>
            <a:r>
              <a:rPr lang="en-US" sz="1400" dirty="0">
                <a:solidFill>
                  <a:schemeClr val="tx1"/>
                </a:solidFill>
              </a:rPr>
              <a:t> Transitions between the current song and the next song in the queue should not have any buffering. </a:t>
            </a:r>
            <a:endParaRPr lang="en-US" sz="1400" b="1" dirty="0">
              <a:solidFill>
                <a:schemeClr val="tx1"/>
              </a:solidFill>
            </a:endParaRPr>
          </a:p>
          <a:p>
            <a:pPr fontAlgn="base">
              <a:lnSpc>
                <a:spcPct val="90000"/>
              </a:lnSpc>
            </a:pPr>
            <a:r>
              <a:rPr lang="en-US" sz="1400" b="1" dirty="0">
                <a:solidFill>
                  <a:schemeClr val="tx1"/>
                </a:solidFill>
              </a:rPr>
              <a:t>Space: </a:t>
            </a:r>
            <a:r>
              <a:rPr lang="en-US" sz="1400" dirty="0">
                <a:solidFill>
                  <a:schemeClr val="tx1"/>
                </a:solidFill>
              </a:rPr>
              <a:t>The app and its data should be relatively lightweight to be able to run on devices with less storage</a:t>
            </a:r>
            <a:endParaRPr lang="en-US" sz="1400" b="1" dirty="0">
              <a:solidFill>
                <a:schemeClr val="tx1"/>
              </a:solidFill>
            </a:endParaRPr>
          </a:p>
          <a:p>
            <a:pPr fontAlgn="base">
              <a:lnSpc>
                <a:spcPct val="90000"/>
              </a:lnSpc>
            </a:pPr>
            <a:r>
              <a:rPr lang="en-US" sz="1400" b="1" dirty="0">
                <a:solidFill>
                  <a:schemeClr val="tx1"/>
                </a:solidFill>
              </a:rPr>
              <a:t>Dependability: </a:t>
            </a:r>
            <a:r>
              <a:rPr lang="en-US" sz="1400" dirty="0">
                <a:solidFill>
                  <a:schemeClr val="tx1"/>
                </a:solidFill>
              </a:rPr>
              <a:t>Streaming servers should have 99.9% uptime, other servers can have less uptime as they are less critical</a:t>
            </a:r>
            <a:endParaRPr lang="en-US" sz="1400" b="1" dirty="0">
              <a:solidFill>
                <a:schemeClr val="tx1"/>
              </a:solidFill>
            </a:endParaRPr>
          </a:p>
          <a:p>
            <a:pPr fontAlgn="base">
              <a:lnSpc>
                <a:spcPct val="90000"/>
              </a:lnSpc>
            </a:pPr>
            <a:r>
              <a:rPr lang="en-US" sz="1400" b="1" dirty="0">
                <a:solidFill>
                  <a:schemeClr val="tx1"/>
                </a:solidFill>
              </a:rPr>
              <a:t>Security:</a:t>
            </a:r>
            <a:r>
              <a:rPr lang="en-US" sz="1400" dirty="0">
                <a:solidFill>
                  <a:schemeClr val="tx1"/>
                </a:solidFill>
              </a:rPr>
              <a:t> Users will sign in upon downloading the app, but should stay signed in if they close and reopen it. Streaming should also be encrypted for privacy</a:t>
            </a:r>
            <a:endParaRPr lang="en-US" sz="1400" b="1" dirty="0">
              <a:solidFill>
                <a:schemeClr val="tx1"/>
              </a:solidFill>
            </a:endParaRPr>
          </a:p>
          <a:p>
            <a:pPr fontAlgn="base">
              <a:lnSpc>
                <a:spcPct val="90000"/>
              </a:lnSpc>
            </a:pPr>
            <a:r>
              <a:rPr lang="en-US" sz="1400" b="1" dirty="0">
                <a:solidFill>
                  <a:schemeClr val="tx1"/>
                </a:solidFill>
              </a:rPr>
              <a:t>Environmental:</a:t>
            </a:r>
            <a:r>
              <a:rPr lang="en-US" sz="1400" dirty="0">
                <a:solidFill>
                  <a:schemeClr val="tx1"/>
                </a:solidFill>
              </a:rPr>
              <a:t> Should be able to be downloaded on iOS, Samsung, and Windows devices</a:t>
            </a:r>
            <a:endParaRPr lang="en-US" sz="1400" b="1" dirty="0">
              <a:solidFill>
                <a:schemeClr val="tx1"/>
              </a:solidFill>
            </a:endParaRPr>
          </a:p>
          <a:p>
            <a:pPr fontAlgn="base">
              <a:lnSpc>
                <a:spcPct val="90000"/>
              </a:lnSpc>
            </a:pPr>
            <a:r>
              <a:rPr lang="en-US" sz="1400" b="1" dirty="0">
                <a:solidFill>
                  <a:schemeClr val="tx1"/>
                </a:solidFill>
              </a:rPr>
              <a:t>Operational:</a:t>
            </a:r>
            <a:r>
              <a:rPr lang="en-US" sz="1400" dirty="0">
                <a:solidFill>
                  <a:schemeClr val="tx1"/>
                </a:solidFill>
              </a:rPr>
              <a:t> Music will be streamed from dedicated servers, and other lower-priority functionality will use separate servers</a:t>
            </a:r>
            <a:endParaRPr lang="en-US" sz="1400" b="1" dirty="0">
              <a:solidFill>
                <a:schemeClr val="tx1"/>
              </a:solidFill>
            </a:endParaRPr>
          </a:p>
          <a:p>
            <a:pPr fontAlgn="base">
              <a:lnSpc>
                <a:spcPct val="90000"/>
              </a:lnSpc>
            </a:pPr>
            <a:r>
              <a:rPr lang="en-US" sz="1400" b="1" dirty="0">
                <a:solidFill>
                  <a:schemeClr val="tx1"/>
                </a:solidFill>
              </a:rPr>
              <a:t>Development:</a:t>
            </a:r>
            <a:r>
              <a:rPr lang="en-US" sz="1400" dirty="0">
                <a:solidFill>
                  <a:schemeClr val="tx1"/>
                </a:solidFill>
              </a:rPr>
              <a:t> The application will be developed in React Native using TypeScript to prevent runtime errors common with JavaScript</a:t>
            </a:r>
            <a:endParaRPr lang="en-US" sz="1400" b="1" dirty="0">
              <a:solidFill>
                <a:schemeClr val="tx1"/>
              </a:solidFill>
            </a:endParaRPr>
          </a:p>
          <a:p>
            <a:pPr fontAlgn="base">
              <a:lnSpc>
                <a:spcPct val="90000"/>
              </a:lnSpc>
            </a:pPr>
            <a:r>
              <a:rPr lang="en-US" sz="1400" b="1" dirty="0">
                <a:solidFill>
                  <a:schemeClr val="tx1"/>
                </a:solidFill>
              </a:rPr>
              <a:t>Regulatory:</a:t>
            </a:r>
            <a:r>
              <a:rPr lang="en-US" sz="1400" dirty="0">
                <a:solidFill>
                  <a:schemeClr val="tx1"/>
                </a:solidFill>
              </a:rPr>
              <a:t> The system will acquire all necessary licenses and comply with federal and international regulations</a:t>
            </a:r>
            <a:endParaRPr lang="en-US" sz="1400" b="1" dirty="0">
              <a:solidFill>
                <a:schemeClr val="tx1"/>
              </a:solidFill>
            </a:endParaRPr>
          </a:p>
          <a:p>
            <a:pPr fontAlgn="base">
              <a:lnSpc>
                <a:spcPct val="90000"/>
              </a:lnSpc>
            </a:pPr>
            <a:r>
              <a:rPr lang="en-US" sz="1400" b="1" dirty="0">
                <a:solidFill>
                  <a:schemeClr val="tx1"/>
                </a:solidFill>
              </a:rPr>
              <a:t>Ethical:</a:t>
            </a:r>
            <a:r>
              <a:rPr lang="en-US" sz="1400" dirty="0">
                <a:solidFill>
                  <a:schemeClr val="tx1"/>
                </a:solidFill>
              </a:rPr>
              <a:t> Data collected from users should not be sold or shared with third parties</a:t>
            </a:r>
            <a:endParaRPr lang="en-US" sz="1400" b="1" dirty="0">
              <a:solidFill>
                <a:schemeClr val="tx1"/>
              </a:solidFill>
            </a:endParaRPr>
          </a:p>
          <a:p>
            <a:pPr fontAlgn="base">
              <a:lnSpc>
                <a:spcPct val="90000"/>
              </a:lnSpc>
            </a:pPr>
            <a:r>
              <a:rPr lang="en-US" sz="1400" b="1" dirty="0">
                <a:solidFill>
                  <a:schemeClr val="tx1"/>
                </a:solidFill>
              </a:rPr>
              <a:t>Accounting:</a:t>
            </a:r>
            <a:r>
              <a:rPr lang="en-US" sz="1400" dirty="0">
                <a:solidFill>
                  <a:schemeClr val="tx1"/>
                </a:solidFill>
              </a:rPr>
              <a:t> The system will track subscriptions and necessary data for accounting</a:t>
            </a:r>
            <a:endParaRPr lang="en-US" sz="1400" b="1" dirty="0">
              <a:solidFill>
                <a:schemeClr val="tx1"/>
              </a:solidFill>
            </a:endParaRPr>
          </a:p>
          <a:p>
            <a:pPr fontAlgn="base">
              <a:lnSpc>
                <a:spcPct val="90000"/>
              </a:lnSpc>
            </a:pPr>
            <a:r>
              <a:rPr lang="en-US" sz="1400" b="1" dirty="0">
                <a:solidFill>
                  <a:schemeClr val="tx1"/>
                </a:solidFill>
              </a:rPr>
              <a:t>Safety / Security:</a:t>
            </a:r>
            <a:r>
              <a:rPr lang="en-US" sz="1400" dirty="0">
                <a:solidFill>
                  <a:schemeClr val="tx1"/>
                </a:solidFill>
              </a:rPr>
              <a:t> Users can put restrictions on explicit music for themselves or another account linked to them for underage listeners</a:t>
            </a:r>
            <a:endParaRPr lang="en-US" sz="1400" b="1" dirty="0">
              <a:solidFill>
                <a:schemeClr val="tx1"/>
              </a:solidFill>
            </a:endParaRPr>
          </a:p>
          <a:p>
            <a:pPr>
              <a:lnSpc>
                <a:spcPct val="90000"/>
              </a:lnSpc>
            </a:pPr>
            <a:endParaRPr lang="en-US" sz="1400" dirty="0">
              <a:solidFill>
                <a:schemeClr val="tx1"/>
              </a:solidFill>
            </a:endParaRPr>
          </a:p>
        </p:txBody>
      </p:sp>
    </p:spTree>
    <p:extLst>
      <p:ext uri="{BB962C8B-B14F-4D97-AF65-F5344CB8AC3E}">
        <p14:creationId xmlns:p14="http://schemas.microsoft.com/office/powerpoint/2010/main" val="272246352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32" name="Rectangle 103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Oval 103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4" name="Oval 103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Oval 103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6" name="Oval 103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Oval 103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3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04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042" name="Rectangle 104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4" name="Rectangle 1043">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046" name="Freeform: Shape 1045">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048"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4" name="Title 3">
            <a:extLst>
              <a:ext uri="{FF2B5EF4-FFF2-40B4-BE49-F238E27FC236}">
                <a16:creationId xmlns:a16="http://schemas.microsoft.com/office/drawing/2014/main" id="{64C4C149-4ADF-8EAC-B38E-3C53B92C9D13}"/>
              </a:ext>
            </a:extLst>
          </p:cNvPr>
          <p:cNvSpPr>
            <a:spLocks noGrp="1"/>
          </p:cNvSpPr>
          <p:nvPr>
            <p:ph type="title"/>
          </p:nvPr>
        </p:nvSpPr>
        <p:spPr>
          <a:xfrm>
            <a:off x="1154955" y="973668"/>
            <a:ext cx="2942210" cy="1020232"/>
          </a:xfrm>
        </p:spPr>
        <p:txBody>
          <a:bodyPr vert="horz" lIns="91440" tIns="45720" rIns="91440" bIns="45720" rtlCol="0" anchor="ctr">
            <a:normAutofit/>
          </a:bodyPr>
          <a:lstStyle/>
          <a:p>
            <a:pPr>
              <a:lnSpc>
                <a:spcPct val="90000"/>
              </a:lnSpc>
            </a:pPr>
            <a:r>
              <a:rPr lang="en-US" sz="3300" b="0" i="0" kern="1200">
                <a:solidFill>
                  <a:srgbClr val="EBEBEB"/>
                </a:solidFill>
                <a:latin typeface="+mj-lt"/>
                <a:ea typeface="+mj-ea"/>
                <a:cs typeface="+mj-cs"/>
              </a:rPr>
              <a:t>Use Case Diagram </a:t>
            </a:r>
          </a:p>
        </p:txBody>
      </p:sp>
      <p:pic>
        <p:nvPicPr>
          <p:cNvPr id="1026" name="Picture 2">
            <a:extLst>
              <a:ext uri="{FF2B5EF4-FFF2-40B4-BE49-F238E27FC236}">
                <a16:creationId xmlns:a16="http://schemas.microsoft.com/office/drawing/2014/main" id="{C5203F7D-5CE0-13BB-D01B-A364241A665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98752" y="649563"/>
            <a:ext cx="4741902" cy="5713137"/>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2" name="Oval 1051">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4" name="Oval 1053">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CD37226F-30F9-6638-FE50-582F5D89FA74}"/>
              </a:ext>
            </a:extLst>
          </p:cNvPr>
          <p:cNvSpPr>
            <a:spLocks noGrp="1"/>
          </p:cNvSpPr>
          <p:nvPr>
            <p:ph sz="half" idx="1"/>
          </p:nvPr>
        </p:nvSpPr>
        <p:spPr>
          <a:xfrm>
            <a:off x="1154955" y="2120900"/>
            <a:ext cx="3133726" cy="3898900"/>
          </a:xfrm>
        </p:spPr>
        <p:txBody>
          <a:bodyPr vert="horz" lIns="91440" tIns="45720" rIns="91440" bIns="45720" rtlCol="0">
            <a:normAutofit/>
          </a:bodyPr>
          <a:lstStyle/>
          <a:p>
            <a:pPr>
              <a:lnSpc>
                <a:spcPct val="90000"/>
              </a:lnSpc>
            </a:pPr>
            <a:r>
              <a:rPr lang="en-US">
                <a:solidFill>
                  <a:srgbClr val="FFFFFF"/>
                </a:solidFill>
              </a:rPr>
              <a:t>Actions the user can take</a:t>
            </a:r>
          </a:p>
          <a:p>
            <a:pPr fontAlgn="base">
              <a:lnSpc>
                <a:spcPct val="90000"/>
              </a:lnSpc>
            </a:pPr>
            <a:r>
              <a:rPr lang="en-US">
                <a:solidFill>
                  <a:srgbClr val="FFFFFF"/>
                </a:solidFill>
              </a:rPr>
              <a:t>Play, pause, &amp; resume song</a:t>
            </a:r>
          </a:p>
          <a:p>
            <a:pPr fontAlgn="base">
              <a:lnSpc>
                <a:spcPct val="90000"/>
              </a:lnSpc>
            </a:pPr>
            <a:r>
              <a:rPr lang="en-US">
                <a:solidFill>
                  <a:srgbClr val="FFFFFF"/>
                </a:solidFill>
              </a:rPr>
              <a:t>Like or dislike songs</a:t>
            </a:r>
          </a:p>
          <a:p>
            <a:pPr fontAlgn="base">
              <a:lnSpc>
                <a:spcPct val="90000"/>
              </a:lnSpc>
            </a:pPr>
            <a:r>
              <a:rPr lang="en-US">
                <a:solidFill>
                  <a:srgbClr val="FFFFFF"/>
                </a:solidFill>
              </a:rPr>
              <a:t>Access, add and remove songs to playlist</a:t>
            </a:r>
          </a:p>
          <a:p>
            <a:pPr fontAlgn="base">
              <a:lnSpc>
                <a:spcPct val="90000"/>
              </a:lnSpc>
            </a:pPr>
            <a:r>
              <a:rPr lang="en-US">
                <a:solidFill>
                  <a:srgbClr val="FFFFFF"/>
                </a:solidFill>
              </a:rPr>
              <a:t>Upload and download music</a:t>
            </a:r>
          </a:p>
          <a:p>
            <a:pPr fontAlgn="base">
              <a:lnSpc>
                <a:spcPct val="90000"/>
              </a:lnSpc>
            </a:pPr>
            <a:r>
              <a:rPr lang="en-US">
                <a:solidFill>
                  <a:srgbClr val="FFFFFF"/>
                </a:solidFill>
              </a:rPr>
              <a:t>Upgrade to premium subscription</a:t>
            </a:r>
          </a:p>
        </p:txBody>
      </p:sp>
      <p:sp>
        <p:nvSpPr>
          <p:cNvPr id="1056"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103721009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5" name="Group 2054">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56" name="Rectangle 2055">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57" name="Oval 2056">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58" name="Oval 2057">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59" name="Oval 2058">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0" name="Oval 2059">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1" name="Oval 2060">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2"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63"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64"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066" name="Rectangle 2065">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2F4554E-AEE3-4412-EB04-8BE39745D892}"/>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en-US" b="0" i="0" kern="1200">
                <a:solidFill>
                  <a:srgbClr val="EBEBEB"/>
                </a:solidFill>
                <a:latin typeface="+mj-lt"/>
                <a:ea typeface="+mj-ea"/>
                <a:cs typeface="+mj-cs"/>
              </a:rPr>
              <a:t>Sequence Diagram </a:t>
            </a:r>
          </a:p>
        </p:txBody>
      </p:sp>
      <p:pic>
        <p:nvPicPr>
          <p:cNvPr id="2050" name="Picture 2" descr="A diagram of a music sequence&#10;&#10;AI-generated content may be incorrect.">
            <a:extLst>
              <a:ext uri="{FF2B5EF4-FFF2-40B4-BE49-F238E27FC236}">
                <a16:creationId xmlns:a16="http://schemas.microsoft.com/office/drawing/2014/main" id="{67191553-8D49-7726-0CF6-39AE9E27510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5780" y="2516911"/>
            <a:ext cx="5865370" cy="4047105"/>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573024A2-C082-93BC-0085-539E51A94424}"/>
              </a:ext>
            </a:extLst>
          </p:cNvPr>
          <p:cNvSpPr>
            <a:spLocks noGrp="1"/>
          </p:cNvSpPr>
          <p:nvPr>
            <p:ph sz="half" idx="2"/>
          </p:nvPr>
        </p:nvSpPr>
        <p:spPr>
          <a:xfrm>
            <a:off x="6752574" y="2673580"/>
            <a:ext cx="5211979" cy="3416300"/>
          </a:xfrm>
        </p:spPr>
        <p:txBody>
          <a:bodyPr vert="horz" lIns="91440" tIns="45720" rIns="91440" bIns="45720" rtlCol="0" anchor="ctr">
            <a:normAutofit/>
          </a:bodyPr>
          <a:lstStyle/>
          <a:p>
            <a:pPr fontAlgn="base"/>
            <a:r>
              <a:rPr lang="en-US" dirty="0"/>
              <a:t>Shows how the user searches for a song.</a:t>
            </a:r>
          </a:p>
          <a:p>
            <a:pPr fontAlgn="base"/>
            <a:r>
              <a:rPr lang="en-US" dirty="0"/>
              <a:t>App UI sends the search request to the Song Database.</a:t>
            </a:r>
          </a:p>
          <a:p>
            <a:pPr fontAlgn="base"/>
            <a:r>
              <a:rPr lang="en-US" dirty="0"/>
              <a:t>Database returns either matching songs or a failure message.</a:t>
            </a:r>
          </a:p>
        </p:txBody>
      </p:sp>
    </p:spTree>
    <p:extLst>
      <p:ext uri="{BB962C8B-B14F-4D97-AF65-F5344CB8AC3E}">
        <p14:creationId xmlns:p14="http://schemas.microsoft.com/office/powerpoint/2010/main" val="3014635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080" name="Rectangle 3079">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81" name="Oval 3080">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2" name="Oval 3081">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3" name="Oval 3082">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4" name="Oval 3083">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5" name="Oval 3084">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86"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087"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3088"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3090" name="Rectangle 3089">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E862F7F-A722-9CC5-281E-F8EC092AF51A}"/>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en-US" b="0" i="0" kern="1200">
                <a:solidFill>
                  <a:srgbClr val="EBEBEB"/>
                </a:solidFill>
                <a:latin typeface="+mj-lt"/>
                <a:ea typeface="+mj-ea"/>
                <a:cs typeface="+mj-cs"/>
              </a:rPr>
              <a:t>Sequence Diagram (continued)</a:t>
            </a:r>
          </a:p>
        </p:txBody>
      </p:sp>
      <p:sp>
        <p:nvSpPr>
          <p:cNvPr id="3" name="Content Placeholder 2">
            <a:extLst>
              <a:ext uri="{FF2B5EF4-FFF2-40B4-BE49-F238E27FC236}">
                <a16:creationId xmlns:a16="http://schemas.microsoft.com/office/drawing/2014/main" id="{3666310B-ED40-6405-62B7-2D8D1AD33934}"/>
              </a:ext>
            </a:extLst>
          </p:cNvPr>
          <p:cNvSpPr>
            <a:spLocks noGrp="1"/>
          </p:cNvSpPr>
          <p:nvPr>
            <p:ph sz="half" idx="1"/>
          </p:nvPr>
        </p:nvSpPr>
        <p:spPr>
          <a:xfrm>
            <a:off x="177340" y="2603500"/>
            <a:ext cx="3481054" cy="3416300"/>
          </a:xfrm>
        </p:spPr>
        <p:txBody>
          <a:bodyPr vert="horz" lIns="91440" tIns="45720" rIns="91440" bIns="45720" rtlCol="0" anchor="ctr">
            <a:normAutofit/>
          </a:bodyPr>
          <a:lstStyle/>
          <a:p>
            <a:pPr fontAlgn="base">
              <a:lnSpc>
                <a:spcPct val="90000"/>
              </a:lnSpc>
            </a:pPr>
            <a:r>
              <a:rPr lang="en-US" sz="1400" dirty="0"/>
              <a:t>User selects a song to play, App UI requests song data from the database.</a:t>
            </a:r>
          </a:p>
          <a:p>
            <a:pPr fontAlgn="base">
              <a:lnSpc>
                <a:spcPct val="90000"/>
              </a:lnSpc>
            </a:pPr>
            <a:r>
              <a:rPr lang="en-US" sz="1400" dirty="0"/>
              <a:t>Database returns song metadata (title, artist, plays), App UI updates with song information.</a:t>
            </a:r>
          </a:p>
          <a:p>
            <a:pPr fontAlgn="base">
              <a:lnSpc>
                <a:spcPct val="90000"/>
              </a:lnSpc>
            </a:pPr>
            <a:r>
              <a:rPr lang="en-US" sz="1400" dirty="0"/>
              <a:t>Database sends song data to playback controller.</a:t>
            </a:r>
          </a:p>
          <a:p>
            <a:pPr fontAlgn="base">
              <a:lnSpc>
                <a:spcPct val="90000"/>
              </a:lnSpc>
            </a:pPr>
            <a:r>
              <a:rPr lang="en-US" sz="1400" dirty="0"/>
              <a:t>Playback controller then sends song URL to streaming server to begin playing the song.</a:t>
            </a:r>
          </a:p>
          <a:p>
            <a:pPr fontAlgn="base">
              <a:lnSpc>
                <a:spcPct val="90000"/>
              </a:lnSpc>
            </a:pPr>
            <a:r>
              <a:rPr lang="en-US" sz="1400" dirty="0"/>
              <a:t>UI updates progress bar as song plays.</a:t>
            </a:r>
          </a:p>
        </p:txBody>
      </p:sp>
      <p:pic>
        <p:nvPicPr>
          <p:cNvPr id="3074" name="Picture 2" descr="A diagram of a diagram&#10;&#10;AI-generated content may be incorrect.">
            <a:extLst>
              <a:ext uri="{FF2B5EF4-FFF2-40B4-BE49-F238E27FC236}">
                <a16:creationId xmlns:a16="http://schemas.microsoft.com/office/drawing/2014/main" id="{2E995D60-C17E-962B-6713-54AF74B3F94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051282" y="2702685"/>
            <a:ext cx="7825542" cy="3110652"/>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96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03" name="Group 4102">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104" name="Rectangle 4103">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05" name="Oval 4104">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6" name="Oval 4105">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7" name="Oval 4106">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8" name="Oval 4107">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09" name="Oval 4108">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10"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4111"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4112"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4114" name="Rectangle 4113">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16" name="Rectangle 4115">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4118" name="Freeform: Shape 4117">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4120"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87CFD661-84A3-D1A6-3882-8EAC3D08D40F}"/>
              </a:ext>
            </a:extLst>
          </p:cNvPr>
          <p:cNvSpPr>
            <a:spLocks noGrp="1"/>
          </p:cNvSpPr>
          <p:nvPr>
            <p:ph type="title"/>
          </p:nvPr>
        </p:nvSpPr>
        <p:spPr>
          <a:xfrm>
            <a:off x="1154955" y="973668"/>
            <a:ext cx="2942210" cy="1020232"/>
          </a:xfrm>
        </p:spPr>
        <p:txBody>
          <a:bodyPr vert="horz" lIns="91440" tIns="45720" rIns="91440" bIns="45720" rtlCol="0" anchor="ctr">
            <a:normAutofit/>
          </a:bodyPr>
          <a:lstStyle/>
          <a:p>
            <a:pPr>
              <a:lnSpc>
                <a:spcPct val="90000"/>
              </a:lnSpc>
            </a:pPr>
            <a:r>
              <a:rPr lang="en-US" sz="3300" b="0" i="0" kern="1200">
                <a:solidFill>
                  <a:srgbClr val="EBEBEB"/>
                </a:solidFill>
                <a:latin typeface="+mj-lt"/>
                <a:ea typeface="+mj-ea"/>
                <a:cs typeface="+mj-cs"/>
              </a:rPr>
              <a:t>Class Diagram</a:t>
            </a:r>
          </a:p>
        </p:txBody>
      </p:sp>
      <p:pic>
        <p:nvPicPr>
          <p:cNvPr id="4098" name="Picture 2" descr="A diagram of a software developer&#10;&#10;AI-generated content may be incorrect.">
            <a:extLst>
              <a:ext uri="{FF2B5EF4-FFF2-40B4-BE49-F238E27FC236}">
                <a16:creationId xmlns:a16="http://schemas.microsoft.com/office/drawing/2014/main" id="{A0924312-9F35-164F-2A35-EE220D538B8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94607" y="920324"/>
            <a:ext cx="6391533" cy="5017352"/>
          </a:xfrm>
          <a:prstGeom prst="rect">
            <a:avLst/>
          </a:prstGeom>
          <a:noFill/>
          <a:extLst>
            <a:ext uri="{909E8E84-426E-40DD-AFC4-6F175D3DCCD1}">
              <a14:hiddenFill xmlns:a14="http://schemas.microsoft.com/office/drawing/2010/main">
                <a:solidFill>
                  <a:srgbClr val="FFFFFF"/>
                </a:solidFill>
              </a14:hiddenFill>
            </a:ext>
          </a:extLst>
        </p:spPr>
      </p:pic>
      <p:sp>
        <p:nvSpPr>
          <p:cNvPr id="4122" name="Rectangle 4121">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24" name="Oval 4123">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26" name="Oval 4125">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Content Placeholder 3">
            <a:extLst>
              <a:ext uri="{FF2B5EF4-FFF2-40B4-BE49-F238E27FC236}">
                <a16:creationId xmlns:a16="http://schemas.microsoft.com/office/drawing/2014/main" id="{C99A56D3-26B2-4913-5A26-4EA4C2FF211A}"/>
              </a:ext>
            </a:extLst>
          </p:cNvPr>
          <p:cNvSpPr>
            <a:spLocks noGrp="1"/>
          </p:cNvSpPr>
          <p:nvPr>
            <p:ph sz="half" idx="2"/>
          </p:nvPr>
        </p:nvSpPr>
        <p:spPr>
          <a:xfrm>
            <a:off x="1154955" y="2120900"/>
            <a:ext cx="3133726" cy="3898900"/>
          </a:xfrm>
        </p:spPr>
        <p:txBody>
          <a:bodyPr vert="horz" lIns="91440" tIns="45720" rIns="91440" bIns="45720" rtlCol="0">
            <a:normAutofit/>
          </a:bodyPr>
          <a:lstStyle/>
          <a:p>
            <a:pPr fontAlgn="base"/>
            <a:r>
              <a:rPr lang="en-US">
                <a:solidFill>
                  <a:srgbClr val="FFFFFF"/>
                </a:solidFill>
              </a:rPr>
              <a:t>A user can like a song</a:t>
            </a:r>
          </a:p>
          <a:p>
            <a:pPr fontAlgn="base"/>
            <a:r>
              <a:rPr lang="en-US">
                <a:solidFill>
                  <a:srgbClr val="FFFFFF"/>
                </a:solidFill>
              </a:rPr>
              <a:t>A user can create a playlist</a:t>
            </a:r>
          </a:p>
          <a:p>
            <a:pPr fontAlgn="base"/>
            <a:r>
              <a:rPr lang="en-US">
                <a:solidFill>
                  <a:srgbClr val="FFFFFF"/>
                </a:solidFill>
              </a:rPr>
              <a:t>A playlist can hold multiple songs</a:t>
            </a:r>
          </a:p>
          <a:p>
            <a:pPr fontAlgn="base"/>
            <a:r>
              <a:rPr lang="en-US">
                <a:solidFill>
                  <a:srgbClr val="FFFFFF"/>
                </a:solidFill>
              </a:rPr>
              <a:t>An artist is a subclass of a user</a:t>
            </a:r>
          </a:p>
          <a:p>
            <a:pPr fontAlgn="base"/>
            <a:r>
              <a:rPr lang="en-US">
                <a:solidFill>
                  <a:srgbClr val="FFFFFF"/>
                </a:solidFill>
              </a:rPr>
              <a:t>A user can create a song</a:t>
            </a:r>
          </a:p>
        </p:txBody>
      </p:sp>
      <p:sp>
        <p:nvSpPr>
          <p:cNvPr id="4128"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489141070"/>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8"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98E1BB3E-4D0C-8051-A97E-96BC0F4686DE}"/>
              </a:ext>
            </a:extLst>
          </p:cNvPr>
          <p:cNvSpPr>
            <a:spLocks noGrp="1"/>
          </p:cNvSpPr>
          <p:nvPr>
            <p:ph type="title"/>
          </p:nvPr>
        </p:nvSpPr>
        <p:spPr>
          <a:xfrm>
            <a:off x="1154955" y="973667"/>
            <a:ext cx="2942210" cy="4833745"/>
          </a:xfrm>
        </p:spPr>
        <p:txBody>
          <a:bodyPr>
            <a:normAutofit/>
          </a:bodyPr>
          <a:lstStyle/>
          <a:p>
            <a:r>
              <a:rPr lang="en-US" sz="3300">
                <a:solidFill>
                  <a:srgbClr val="EBEBEB"/>
                </a:solidFill>
              </a:rPr>
              <a:t>Architectural Design</a:t>
            </a:r>
            <a:br>
              <a:rPr lang="en-US" sz="3300">
                <a:solidFill>
                  <a:srgbClr val="EBEBEB"/>
                </a:solidFill>
              </a:rPr>
            </a:br>
            <a:r>
              <a:rPr lang="en-US" sz="3300">
                <a:solidFill>
                  <a:srgbClr val="EBEBEB"/>
                </a:solidFill>
              </a:rPr>
              <a:t>(Client-Server Architectural Pattern)</a:t>
            </a:r>
          </a:p>
        </p:txBody>
      </p:sp>
      <p:sp>
        <p:nvSpPr>
          <p:cNvPr id="20" name="Rectangle 19">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4">
            <a:extLst>
              <a:ext uri="{FF2B5EF4-FFF2-40B4-BE49-F238E27FC236}">
                <a16:creationId xmlns:a16="http://schemas.microsoft.com/office/drawing/2014/main" id="{DB5564D5-6514-A0B7-E1F6-77F71756CCD6}"/>
              </a:ext>
            </a:extLst>
          </p:cNvPr>
          <p:cNvGraphicFramePr>
            <a:graphicFrameLocks noGrp="1"/>
          </p:cNvGraphicFramePr>
          <p:nvPr>
            <p:ph idx="1"/>
            <p:extLst>
              <p:ext uri="{D42A27DB-BD31-4B8C-83A1-F6EECF244321}">
                <p14:modId xmlns:p14="http://schemas.microsoft.com/office/powerpoint/2010/main" val="688979320"/>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97299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73</TotalTime>
  <Words>1072</Words>
  <Application>Microsoft Office PowerPoint</Application>
  <PresentationFormat>Widescreen</PresentationFormat>
  <Paragraphs>117</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Century Gothic</vt:lpstr>
      <vt:lpstr>Wingdings 3</vt:lpstr>
      <vt:lpstr>Ion Boardroom</vt:lpstr>
      <vt:lpstr>Harmonia - Music Streaming App</vt:lpstr>
      <vt:lpstr>Project Objectives (1/2)</vt:lpstr>
      <vt:lpstr>Project Objectives (2/2)</vt:lpstr>
      <vt:lpstr>Cost Estimation Method</vt:lpstr>
      <vt:lpstr>Gross Function Points (GFP)</vt:lpstr>
      <vt:lpstr>Processing Complexity Adjustment (PCA)</vt:lpstr>
      <vt:lpstr>Final Function Points</vt:lpstr>
      <vt:lpstr>Effort and Personnel Cost</vt:lpstr>
      <vt:lpstr>Hardware Cost Estimation</vt:lpstr>
      <vt:lpstr>Software &amp; Licensing Costs</vt:lpstr>
      <vt:lpstr>Total Project Cost Summary</vt:lpstr>
      <vt:lpstr>Project Timeline</vt:lpstr>
      <vt:lpstr>Functional Requirements</vt:lpstr>
      <vt:lpstr>Non-functional Requirements</vt:lpstr>
      <vt:lpstr>Use Case Diagram </vt:lpstr>
      <vt:lpstr>Sequence Diagram </vt:lpstr>
      <vt:lpstr>Sequence Diagram (continued)</vt:lpstr>
      <vt:lpstr>Class Diagram</vt:lpstr>
      <vt:lpstr>Architectural Design (Client-Server Architectural Pattern)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Flores, Fernando</cp:lastModifiedBy>
  <cp:revision>2</cp:revision>
  <dcterms:created xsi:type="dcterms:W3CDTF">2013-01-27T09:14:16Z</dcterms:created>
  <dcterms:modified xsi:type="dcterms:W3CDTF">2025-11-19T03:56:33Z</dcterms:modified>
  <cp:category/>
</cp:coreProperties>
</file>